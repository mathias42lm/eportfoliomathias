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0" r:id="rId4"/>
    <p:sldId id="261" r:id="rId5"/>
    <p:sldId id="268" r:id="rId6"/>
    <p:sldId id="258" r:id="rId7"/>
    <p:sldId id="265" r:id="rId8"/>
    <p:sldId id="259" r:id="rId9"/>
    <p:sldId id="262" r:id="rId10"/>
    <p:sldId id="266" r:id="rId11"/>
    <p:sldId id="263" r:id="rId12"/>
    <p:sldId id="264" r:id="rId13"/>
    <p:sldId id="260" r:id="rId14"/>
    <p:sldId id="269" r:id="rId15"/>
    <p:sldId id="267"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rre-Jean Matichard" userId="4a646a5d-21bb-4091-b3e4-08acdcf4d283" providerId="ADAL" clId="{15675C5B-49E3-4A7A-950B-3E29EED95214}"/>
    <pc:docChg chg="custSel modSld">
      <pc:chgData name="Pierre-Jean Matichard" userId="4a646a5d-21bb-4091-b3e4-08acdcf4d283" providerId="ADAL" clId="{15675C5B-49E3-4A7A-950B-3E29EED95214}" dt="2022-12-09T14:38:06.936" v="614" actId="20577"/>
      <pc:docMkLst>
        <pc:docMk/>
      </pc:docMkLst>
      <pc:sldChg chg="modSp">
        <pc:chgData name="Pierre-Jean Matichard" userId="4a646a5d-21bb-4091-b3e4-08acdcf4d283" providerId="ADAL" clId="{15675C5B-49E3-4A7A-950B-3E29EED95214}" dt="2022-12-08T20:01:52.036" v="12" actId="207"/>
        <pc:sldMkLst>
          <pc:docMk/>
          <pc:sldMk cId="458145496" sldId="256"/>
        </pc:sldMkLst>
        <pc:spChg chg="mod">
          <ac:chgData name="Pierre-Jean Matichard" userId="4a646a5d-21bb-4091-b3e4-08acdcf4d283" providerId="ADAL" clId="{15675C5B-49E3-4A7A-950B-3E29EED95214}" dt="2022-12-08T20:01:32.403" v="10" actId="113"/>
          <ac:spMkLst>
            <pc:docMk/>
            <pc:sldMk cId="458145496" sldId="256"/>
            <ac:spMk id="2" creationId="{46EF8AC6-B621-4ECB-BF1D-2D5DE92C4F47}"/>
          </ac:spMkLst>
        </pc:spChg>
        <pc:spChg chg="mod">
          <ac:chgData name="Pierre-Jean Matichard" userId="4a646a5d-21bb-4091-b3e4-08acdcf4d283" providerId="ADAL" clId="{15675C5B-49E3-4A7A-950B-3E29EED95214}" dt="2022-12-08T20:01:52.036" v="12" actId="207"/>
          <ac:spMkLst>
            <pc:docMk/>
            <pc:sldMk cId="458145496" sldId="256"/>
            <ac:spMk id="3" creationId="{EA70B901-633B-4644-9498-AA5333EDF6E6}"/>
          </ac:spMkLst>
        </pc:spChg>
      </pc:sldChg>
      <pc:sldChg chg="modSp modAnim">
        <pc:chgData name="Pierre-Jean Matichard" userId="4a646a5d-21bb-4091-b3e4-08acdcf4d283" providerId="ADAL" clId="{15675C5B-49E3-4A7A-950B-3E29EED95214}" dt="2022-12-08T20:10:00.004" v="240"/>
        <pc:sldMkLst>
          <pc:docMk/>
          <pc:sldMk cId="4070061515" sldId="257"/>
        </pc:sldMkLst>
        <pc:spChg chg="mod">
          <ac:chgData name="Pierre-Jean Matichard" userId="4a646a5d-21bb-4091-b3e4-08acdcf4d283" providerId="ADAL" clId="{15675C5B-49E3-4A7A-950B-3E29EED95214}" dt="2022-12-08T20:03:20.718" v="61" actId="20577"/>
          <ac:spMkLst>
            <pc:docMk/>
            <pc:sldMk cId="4070061515" sldId="257"/>
            <ac:spMk id="3" creationId="{318BDC36-86C5-4FA9-AA0D-A827A7C8B5C1}"/>
          </ac:spMkLst>
        </pc:spChg>
      </pc:sldChg>
      <pc:sldChg chg="modSp modAnim">
        <pc:chgData name="Pierre-Jean Matichard" userId="4a646a5d-21bb-4091-b3e4-08acdcf4d283" providerId="ADAL" clId="{15675C5B-49E3-4A7A-950B-3E29EED95214}" dt="2022-12-08T20:09:38.994" v="238"/>
        <pc:sldMkLst>
          <pc:docMk/>
          <pc:sldMk cId="3584893815" sldId="258"/>
        </pc:sldMkLst>
        <pc:spChg chg="mod">
          <ac:chgData name="Pierre-Jean Matichard" userId="4a646a5d-21bb-4091-b3e4-08acdcf4d283" providerId="ADAL" clId="{15675C5B-49E3-4A7A-950B-3E29EED95214}" dt="2022-12-08T20:09:26.465" v="237" actId="5793"/>
          <ac:spMkLst>
            <pc:docMk/>
            <pc:sldMk cId="3584893815" sldId="258"/>
            <ac:spMk id="3" creationId="{CA10A585-AB7F-41E2-8BB0-927E48B8B0D4}"/>
          </ac:spMkLst>
        </pc:spChg>
      </pc:sldChg>
      <pc:sldChg chg="modSp modAnim">
        <pc:chgData name="Pierre-Jean Matichard" userId="4a646a5d-21bb-4091-b3e4-08acdcf4d283" providerId="ADAL" clId="{15675C5B-49E3-4A7A-950B-3E29EED95214}" dt="2022-12-08T20:15:03.245" v="319" actId="20577"/>
        <pc:sldMkLst>
          <pc:docMk/>
          <pc:sldMk cId="549433212" sldId="259"/>
        </pc:sldMkLst>
        <pc:spChg chg="mod">
          <ac:chgData name="Pierre-Jean Matichard" userId="4a646a5d-21bb-4091-b3e4-08acdcf4d283" providerId="ADAL" clId="{15675C5B-49E3-4A7A-950B-3E29EED95214}" dt="2022-12-08T20:15:03.245" v="319" actId="20577"/>
          <ac:spMkLst>
            <pc:docMk/>
            <pc:sldMk cId="549433212" sldId="259"/>
            <ac:spMk id="3" creationId="{D853328A-820D-4947-9997-D3A867D22740}"/>
          </ac:spMkLst>
        </pc:spChg>
      </pc:sldChg>
      <pc:sldChg chg="modSp">
        <pc:chgData name="Pierre-Jean Matichard" userId="4a646a5d-21bb-4091-b3e4-08acdcf4d283" providerId="ADAL" clId="{15675C5B-49E3-4A7A-950B-3E29EED95214}" dt="2022-12-08T20:28:52.803" v="572" actId="20577"/>
        <pc:sldMkLst>
          <pc:docMk/>
          <pc:sldMk cId="3453423071" sldId="260"/>
        </pc:sldMkLst>
        <pc:spChg chg="mod">
          <ac:chgData name="Pierre-Jean Matichard" userId="4a646a5d-21bb-4091-b3e4-08acdcf4d283" providerId="ADAL" clId="{15675C5B-49E3-4A7A-950B-3E29EED95214}" dt="2022-12-08T20:28:52.803" v="572" actId="20577"/>
          <ac:spMkLst>
            <pc:docMk/>
            <pc:sldMk cId="3453423071" sldId="260"/>
            <ac:spMk id="3" creationId="{7A44A4C8-E3BC-4528-AC9D-19264507FA6B}"/>
          </ac:spMkLst>
        </pc:spChg>
      </pc:sldChg>
      <pc:sldChg chg="modSp">
        <pc:chgData name="Pierre-Jean Matichard" userId="4a646a5d-21bb-4091-b3e4-08acdcf4d283" providerId="ADAL" clId="{15675C5B-49E3-4A7A-950B-3E29EED95214}" dt="2022-12-08T20:05:47.674" v="102" actId="5793"/>
        <pc:sldMkLst>
          <pc:docMk/>
          <pc:sldMk cId="600533936" sldId="261"/>
        </pc:sldMkLst>
        <pc:spChg chg="mod">
          <ac:chgData name="Pierre-Jean Matichard" userId="4a646a5d-21bb-4091-b3e4-08acdcf4d283" providerId="ADAL" clId="{15675C5B-49E3-4A7A-950B-3E29EED95214}" dt="2022-12-08T20:05:47.674" v="102" actId="5793"/>
          <ac:spMkLst>
            <pc:docMk/>
            <pc:sldMk cId="600533936" sldId="261"/>
            <ac:spMk id="3" creationId="{318BDC36-86C5-4FA9-AA0D-A827A7C8B5C1}"/>
          </ac:spMkLst>
        </pc:spChg>
      </pc:sldChg>
      <pc:sldChg chg="modSp modAnim">
        <pc:chgData name="Pierre-Jean Matichard" userId="4a646a5d-21bb-4091-b3e4-08acdcf4d283" providerId="ADAL" clId="{15675C5B-49E3-4A7A-950B-3E29EED95214}" dt="2022-12-08T20:17:36.688" v="327" actId="20577"/>
        <pc:sldMkLst>
          <pc:docMk/>
          <pc:sldMk cId="2500974190" sldId="262"/>
        </pc:sldMkLst>
        <pc:spChg chg="mod">
          <ac:chgData name="Pierre-Jean Matichard" userId="4a646a5d-21bb-4091-b3e4-08acdcf4d283" providerId="ADAL" clId="{15675C5B-49E3-4A7A-950B-3E29EED95214}" dt="2022-12-08T20:17:36.688" v="327" actId="20577"/>
          <ac:spMkLst>
            <pc:docMk/>
            <pc:sldMk cId="2500974190" sldId="262"/>
            <ac:spMk id="3" creationId="{B5E8E773-1DFD-401F-AFC0-6C479ED077BC}"/>
          </ac:spMkLst>
        </pc:spChg>
      </pc:sldChg>
      <pc:sldChg chg="modSp modAnim">
        <pc:chgData name="Pierre-Jean Matichard" userId="4a646a5d-21bb-4091-b3e4-08acdcf4d283" providerId="ADAL" clId="{15675C5B-49E3-4A7A-950B-3E29EED95214}" dt="2022-12-09T14:38:06.936" v="614" actId="20577"/>
        <pc:sldMkLst>
          <pc:docMk/>
          <pc:sldMk cId="3007084997" sldId="263"/>
        </pc:sldMkLst>
        <pc:spChg chg="mod">
          <ac:chgData name="Pierre-Jean Matichard" userId="4a646a5d-21bb-4091-b3e4-08acdcf4d283" providerId="ADAL" clId="{15675C5B-49E3-4A7A-950B-3E29EED95214}" dt="2022-12-09T14:38:06.936" v="614" actId="20577"/>
          <ac:spMkLst>
            <pc:docMk/>
            <pc:sldMk cId="3007084997" sldId="263"/>
            <ac:spMk id="3" creationId="{C7653DA5-78BF-47BA-959F-6F167EA36597}"/>
          </ac:spMkLst>
        </pc:spChg>
      </pc:sldChg>
      <pc:sldChg chg="modSp modAnim">
        <pc:chgData name="Pierre-Jean Matichard" userId="4a646a5d-21bb-4091-b3e4-08acdcf4d283" providerId="ADAL" clId="{15675C5B-49E3-4A7A-950B-3E29EED95214}" dt="2022-12-08T20:28:14.557" v="552"/>
        <pc:sldMkLst>
          <pc:docMk/>
          <pc:sldMk cId="1659644684" sldId="264"/>
        </pc:sldMkLst>
        <pc:spChg chg="mod">
          <ac:chgData name="Pierre-Jean Matichard" userId="4a646a5d-21bb-4091-b3e4-08acdcf4d283" providerId="ADAL" clId="{15675C5B-49E3-4A7A-950B-3E29EED95214}" dt="2022-12-08T20:28:04.747" v="550" actId="20577"/>
          <ac:spMkLst>
            <pc:docMk/>
            <pc:sldMk cId="1659644684" sldId="264"/>
            <ac:spMk id="3" creationId="{D356FE51-C7A1-49C3-9131-0A8D3D5D1B66}"/>
          </ac:spMkLst>
        </pc:spChg>
      </pc:sldChg>
      <pc:sldChg chg="modSp">
        <pc:chgData name="Pierre-Jean Matichard" userId="4a646a5d-21bb-4091-b3e4-08acdcf4d283" providerId="ADAL" clId="{15675C5B-49E3-4A7A-950B-3E29EED95214}" dt="2022-12-08T20:11:28.921" v="290" actId="20577"/>
        <pc:sldMkLst>
          <pc:docMk/>
          <pc:sldMk cId="3090837738" sldId="265"/>
        </pc:sldMkLst>
        <pc:spChg chg="mod">
          <ac:chgData name="Pierre-Jean Matichard" userId="4a646a5d-21bb-4091-b3e4-08acdcf4d283" providerId="ADAL" clId="{15675C5B-49E3-4A7A-950B-3E29EED95214}" dt="2022-12-08T20:11:28.921" v="290" actId="20577"/>
          <ac:spMkLst>
            <pc:docMk/>
            <pc:sldMk cId="3090837738" sldId="265"/>
            <ac:spMk id="3" creationId="{D2342350-972E-4815-A70D-85D52A7749EF}"/>
          </ac:spMkLst>
        </pc:spChg>
      </pc:sldChg>
      <pc:sldChg chg="modSp modAnim">
        <pc:chgData name="Pierre-Jean Matichard" userId="4a646a5d-21bb-4091-b3e4-08acdcf4d283" providerId="ADAL" clId="{15675C5B-49E3-4A7A-950B-3E29EED95214}" dt="2022-12-08T20:23:22.997" v="508"/>
        <pc:sldMkLst>
          <pc:docMk/>
          <pc:sldMk cId="734414181" sldId="266"/>
        </pc:sldMkLst>
        <pc:spChg chg="mod">
          <ac:chgData name="Pierre-Jean Matichard" userId="4a646a5d-21bb-4091-b3e4-08acdcf4d283" providerId="ADAL" clId="{15675C5B-49E3-4A7A-950B-3E29EED95214}" dt="2022-12-08T20:22:36.817" v="506" actId="20577"/>
          <ac:spMkLst>
            <pc:docMk/>
            <pc:sldMk cId="734414181" sldId="266"/>
            <ac:spMk id="3" creationId="{1D575229-DCCE-41F7-99A8-560B09B52781}"/>
          </ac:spMkLst>
        </pc:spChg>
      </pc:sldChg>
      <pc:sldChg chg="modSp">
        <pc:chgData name="Pierre-Jean Matichard" userId="4a646a5d-21bb-4091-b3e4-08acdcf4d283" providerId="ADAL" clId="{15675C5B-49E3-4A7A-950B-3E29EED95214}" dt="2022-12-08T20:30:02.267" v="592" actId="20577"/>
        <pc:sldMkLst>
          <pc:docMk/>
          <pc:sldMk cId="1868053124" sldId="267"/>
        </pc:sldMkLst>
        <pc:spChg chg="mod">
          <ac:chgData name="Pierre-Jean Matichard" userId="4a646a5d-21bb-4091-b3e4-08acdcf4d283" providerId="ADAL" clId="{15675C5B-49E3-4A7A-950B-3E29EED95214}" dt="2022-12-08T20:30:02.267" v="592" actId="20577"/>
          <ac:spMkLst>
            <pc:docMk/>
            <pc:sldMk cId="1868053124" sldId="267"/>
            <ac:spMk id="3" creationId="{C702E0A0-A34C-4CDC-BA44-629A855272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80970A-18A9-42FE-B798-E23F1D097C8D}" type="datetimeFigureOut">
              <a:rPr lang="fr-FR" smtClean="0"/>
              <a:t>23/10/2025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7C7F12-863C-407B-B81F-AC3E8CC068F0}" type="slidenum">
              <a:rPr lang="fr-FR" smtClean="0"/>
              <a:t>‹N°›</a:t>
            </a:fld>
            <a:endParaRPr lang="fr-FR"/>
          </a:p>
        </p:txBody>
      </p:sp>
    </p:spTree>
    <p:extLst>
      <p:ext uri="{BB962C8B-B14F-4D97-AF65-F5344CB8AC3E}">
        <p14:creationId xmlns:p14="http://schemas.microsoft.com/office/powerpoint/2010/main" val="145702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7D9417-9578-4A04-B6D9-8C2A16809B7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4B125DC-2809-438C-968E-E59E0EF4FE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474A5BB-8C73-42D2-AC87-547B52650BBA}"/>
              </a:ext>
            </a:extLst>
          </p:cNvPr>
          <p:cNvSpPr>
            <a:spLocks noGrp="1"/>
          </p:cNvSpPr>
          <p:nvPr>
            <p:ph type="dt" sz="half" idx="10"/>
          </p:nvPr>
        </p:nvSpPr>
        <p:spPr/>
        <p:txBody>
          <a:bodyPr/>
          <a:lstStyle/>
          <a:p>
            <a:fld id="{42BDF619-51B5-4422-8326-87D91EB37E1E}" type="datetime1">
              <a:rPr lang="fr-FR" smtClean="0"/>
              <a:t>23/10/2025</a:t>
            </a:fld>
            <a:endParaRPr lang="fr-FR"/>
          </a:p>
        </p:txBody>
      </p:sp>
      <p:sp>
        <p:nvSpPr>
          <p:cNvPr id="5" name="Espace réservé du pied de page 4">
            <a:extLst>
              <a:ext uri="{FF2B5EF4-FFF2-40B4-BE49-F238E27FC236}">
                <a16:creationId xmlns:a16="http://schemas.microsoft.com/office/drawing/2014/main" id="{E17B1306-35CB-4454-AD47-0594B36EBC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E4901C-C6D7-4BAF-89BC-37CB5D2A4AAF}"/>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1703289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8A991-37BD-4B21-8C42-A46ED1CCC82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48217DE-EB9F-4220-BF6F-969C3B868B6C}"/>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0C3E00E-C281-433D-B563-DA70FE84B9A5}"/>
              </a:ext>
            </a:extLst>
          </p:cNvPr>
          <p:cNvSpPr>
            <a:spLocks noGrp="1"/>
          </p:cNvSpPr>
          <p:nvPr>
            <p:ph type="dt" sz="half" idx="10"/>
          </p:nvPr>
        </p:nvSpPr>
        <p:spPr/>
        <p:txBody>
          <a:bodyPr/>
          <a:lstStyle/>
          <a:p>
            <a:fld id="{89FFC4C4-B7A0-4429-A1CE-2F6B47D8CCA2}" type="datetime1">
              <a:rPr lang="fr-FR" smtClean="0"/>
              <a:t>23/10/2025</a:t>
            </a:fld>
            <a:endParaRPr lang="fr-FR"/>
          </a:p>
        </p:txBody>
      </p:sp>
      <p:sp>
        <p:nvSpPr>
          <p:cNvPr id="5" name="Espace réservé du pied de page 4">
            <a:extLst>
              <a:ext uri="{FF2B5EF4-FFF2-40B4-BE49-F238E27FC236}">
                <a16:creationId xmlns:a16="http://schemas.microsoft.com/office/drawing/2014/main" id="{0026A4B8-D409-4D72-889D-464CFAA3349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78A871-7286-418E-8889-84819E5610C3}"/>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288784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BBED38-BC67-44FA-8C1D-9F737B082CB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582637E-DFDD-4E7C-BF8F-D9D8672895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FD25160C-A9E7-484D-B818-B97BF15CB474}"/>
              </a:ext>
            </a:extLst>
          </p:cNvPr>
          <p:cNvSpPr>
            <a:spLocks noGrp="1"/>
          </p:cNvSpPr>
          <p:nvPr>
            <p:ph type="dt" sz="half" idx="10"/>
          </p:nvPr>
        </p:nvSpPr>
        <p:spPr/>
        <p:txBody>
          <a:bodyPr/>
          <a:lstStyle/>
          <a:p>
            <a:fld id="{042DD9B3-2043-4DEE-8827-4AA9BED43E17}" type="datetime1">
              <a:rPr lang="fr-FR" smtClean="0"/>
              <a:t>23/10/2025</a:t>
            </a:fld>
            <a:endParaRPr lang="fr-FR"/>
          </a:p>
        </p:txBody>
      </p:sp>
      <p:sp>
        <p:nvSpPr>
          <p:cNvPr id="5" name="Espace réservé du pied de page 4">
            <a:extLst>
              <a:ext uri="{FF2B5EF4-FFF2-40B4-BE49-F238E27FC236}">
                <a16:creationId xmlns:a16="http://schemas.microsoft.com/office/drawing/2014/main" id="{7CD2802A-9DCA-465B-8F57-4E1373BFAF1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01E0EF-9037-4224-96A0-7C5AD3466AB6}"/>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113297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142874-2F27-40C6-8D06-39007D4AB32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B1647E7-578D-4677-BD42-C67B3D39C140}"/>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8C2D208-EB3D-475F-9EB0-F0936AB6098A}"/>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0CAC81E-F8D0-401C-A585-265BA87FACBC}"/>
              </a:ext>
            </a:extLst>
          </p:cNvPr>
          <p:cNvSpPr>
            <a:spLocks noGrp="1"/>
          </p:cNvSpPr>
          <p:nvPr>
            <p:ph type="dt" sz="half" idx="10"/>
          </p:nvPr>
        </p:nvSpPr>
        <p:spPr/>
        <p:txBody>
          <a:bodyPr/>
          <a:lstStyle/>
          <a:p>
            <a:fld id="{4011987C-CD7E-4695-B9D9-C64A023F1E80}" type="datetime1">
              <a:rPr lang="fr-FR" smtClean="0"/>
              <a:t>23/10/2025</a:t>
            </a:fld>
            <a:endParaRPr lang="fr-FR"/>
          </a:p>
        </p:txBody>
      </p:sp>
      <p:sp>
        <p:nvSpPr>
          <p:cNvPr id="6" name="Espace réservé du pied de page 5">
            <a:extLst>
              <a:ext uri="{FF2B5EF4-FFF2-40B4-BE49-F238E27FC236}">
                <a16:creationId xmlns:a16="http://schemas.microsoft.com/office/drawing/2014/main" id="{FE523772-463B-4E9D-A612-2B849628003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2DA1F77-822F-4534-86FD-23127302B521}"/>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1678483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0F3DD4-3EE9-4DA0-B5D1-5146B2CBBF8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6E1E915-4B36-4262-88D9-BC958FE393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0FC97CCC-F56D-4BD8-998A-DFEC8EE0C227}"/>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4A8FD00-D1BF-49D7-B5A9-B28C66CF08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73B85F71-A87D-47A3-B491-4DF775BFED88}"/>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E5C9C4F-E9F0-4A23-A134-63C3C1194982}"/>
              </a:ext>
            </a:extLst>
          </p:cNvPr>
          <p:cNvSpPr>
            <a:spLocks noGrp="1"/>
          </p:cNvSpPr>
          <p:nvPr>
            <p:ph type="dt" sz="half" idx="10"/>
          </p:nvPr>
        </p:nvSpPr>
        <p:spPr/>
        <p:txBody>
          <a:bodyPr/>
          <a:lstStyle/>
          <a:p>
            <a:fld id="{E7F795D3-A1C0-42DE-A508-CE780038BD35}" type="datetime1">
              <a:rPr lang="fr-FR" smtClean="0"/>
              <a:t>23/10/2025</a:t>
            </a:fld>
            <a:endParaRPr lang="fr-FR"/>
          </a:p>
        </p:txBody>
      </p:sp>
      <p:sp>
        <p:nvSpPr>
          <p:cNvPr id="8" name="Espace réservé du pied de page 7">
            <a:extLst>
              <a:ext uri="{FF2B5EF4-FFF2-40B4-BE49-F238E27FC236}">
                <a16:creationId xmlns:a16="http://schemas.microsoft.com/office/drawing/2014/main" id="{FE7C359D-64B2-4B5E-8C22-6358499112F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A9661-0DB3-4CC0-92BE-15830BCE5CF8}"/>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1931283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828E75-004E-4614-B6D1-CBBBEF25F4B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8BF0737-D24C-46C5-8983-182A57D78167}"/>
              </a:ext>
            </a:extLst>
          </p:cNvPr>
          <p:cNvSpPr>
            <a:spLocks noGrp="1"/>
          </p:cNvSpPr>
          <p:nvPr>
            <p:ph type="dt" sz="half" idx="10"/>
          </p:nvPr>
        </p:nvSpPr>
        <p:spPr/>
        <p:txBody>
          <a:bodyPr/>
          <a:lstStyle/>
          <a:p>
            <a:fld id="{71158037-4A12-4DE7-8E53-A5B6BE74CB1A}" type="datetime1">
              <a:rPr lang="fr-FR" smtClean="0"/>
              <a:t>23/10/2025</a:t>
            </a:fld>
            <a:endParaRPr lang="fr-FR"/>
          </a:p>
        </p:txBody>
      </p:sp>
      <p:sp>
        <p:nvSpPr>
          <p:cNvPr id="4" name="Espace réservé du pied de page 3">
            <a:extLst>
              <a:ext uri="{FF2B5EF4-FFF2-40B4-BE49-F238E27FC236}">
                <a16:creationId xmlns:a16="http://schemas.microsoft.com/office/drawing/2014/main" id="{FAEF1AE2-2141-4282-A1AB-46431527AC3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6A819F5-65C0-4844-8184-4FB0E1C604F7}"/>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2217106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F11FC06-BE58-4F0E-864C-091919E6745E}"/>
              </a:ext>
            </a:extLst>
          </p:cNvPr>
          <p:cNvSpPr>
            <a:spLocks noGrp="1"/>
          </p:cNvSpPr>
          <p:nvPr>
            <p:ph type="dt" sz="half" idx="10"/>
          </p:nvPr>
        </p:nvSpPr>
        <p:spPr/>
        <p:txBody>
          <a:bodyPr/>
          <a:lstStyle/>
          <a:p>
            <a:fld id="{6E0DECBF-A92B-43D5-8E7E-575F86FCB5FE}" type="datetime1">
              <a:rPr lang="fr-FR" smtClean="0"/>
              <a:t>23/10/2025</a:t>
            </a:fld>
            <a:endParaRPr lang="fr-FR"/>
          </a:p>
        </p:txBody>
      </p:sp>
      <p:sp>
        <p:nvSpPr>
          <p:cNvPr id="3" name="Espace réservé du pied de page 2">
            <a:extLst>
              <a:ext uri="{FF2B5EF4-FFF2-40B4-BE49-F238E27FC236}">
                <a16:creationId xmlns:a16="http://schemas.microsoft.com/office/drawing/2014/main" id="{062F6EFE-6C90-451B-ADE7-72614AD68C1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5DA5E1E-68AE-42D1-8F93-0798CEAEB8CD}"/>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253654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03622D-96D6-481F-9864-68063905373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31D436E-3D33-4F04-AC06-A5B130F834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80A6AC7-6EF6-4BE2-8C7D-647441CF89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756A0CA9-4046-4B74-B5D5-8E9F7640ED14}"/>
              </a:ext>
            </a:extLst>
          </p:cNvPr>
          <p:cNvSpPr>
            <a:spLocks noGrp="1"/>
          </p:cNvSpPr>
          <p:nvPr>
            <p:ph type="dt" sz="half" idx="10"/>
          </p:nvPr>
        </p:nvSpPr>
        <p:spPr/>
        <p:txBody>
          <a:bodyPr/>
          <a:lstStyle/>
          <a:p>
            <a:fld id="{4C145F61-7225-4FA1-A8FB-2337E38334E1}" type="datetime1">
              <a:rPr lang="fr-FR" smtClean="0"/>
              <a:t>23/10/2025</a:t>
            </a:fld>
            <a:endParaRPr lang="fr-FR"/>
          </a:p>
        </p:txBody>
      </p:sp>
      <p:sp>
        <p:nvSpPr>
          <p:cNvPr id="6" name="Espace réservé du pied de page 5">
            <a:extLst>
              <a:ext uri="{FF2B5EF4-FFF2-40B4-BE49-F238E27FC236}">
                <a16:creationId xmlns:a16="http://schemas.microsoft.com/office/drawing/2014/main" id="{AF707915-F39D-4E98-A9B6-0C5733C0159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195B9F8-C358-4E3C-8D75-F5B215AB5BE1}"/>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3643496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D6FCF-EC35-47ED-94B9-31548654441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3873C92-57B5-495B-A773-1577C7A402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572932E-00E0-4927-A744-40DC935D31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F8B54797-1027-425F-A18E-12A57C4185A4}"/>
              </a:ext>
            </a:extLst>
          </p:cNvPr>
          <p:cNvSpPr>
            <a:spLocks noGrp="1"/>
          </p:cNvSpPr>
          <p:nvPr>
            <p:ph type="dt" sz="half" idx="10"/>
          </p:nvPr>
        </p:nvSpPr>
        <p:spPr/>
        <p:txBody>
          <a:bodyPr/>
          <a:lstStyle/>
          <a:p>
            <a:fld id="{80556451-E428-4AE2-924D-48BFC4C9E3F7}" type="datetime1">
              <a:rPr lang="fr-FR" smtClean="0"/>
              <a:t>23/10/2025</a:t>
            </a:fld>
            <a:endParaRPr lang="fr-FR"/>
          </a:p>
        </p:txBody>
      </p:sp>
      <p:sp>
        <p:nvSpPr>
          <p:cNvPr id="6" name="Espace réservé du pied de page 5">
            <a:extLst>
              <a:ext uri="{FF2B5EF4-FFF2-40B4-BE49-F238E27FC236}">
                <a16:creationId xmlns:a16="http://schemas.microsoft.com/office/drawing/2014/main" id="{75B0AFB2-9770-4BAB-99B7-5DE93180527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D95BC10-B71A-421E-BFA6-DF5A25782837}"/>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397295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D07567-A413-4D33-8D3B-90903717938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5E9F82D-0C51-4907-BE09-56969827DF1E}"/>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22A114A-88A9-4FE5-A3E7-EE452B5D52EA}"/>
              </a:ext>
            </a:extLst>
          </p:cNvPr>
          <p:cNvSpPr>
            <a:spLocks noGrp="1"/>
          </p:cNvSpPr>
          <p:nvPr>
            <p:ph type="dt" sz="half" idx="10"/>
          </p:nvPr>
        </p:nvSpPr>
        <p:spPr/>
        <p:txBody>
          <a:bodyPr/>
          <a:lstStyle/>
          <a:p>
            <a:fld id="{8C7CABFC-20E1-4D84-A03D-DF8C05B645C3}" type="datetime1">
              <a:rPr lang="fr-FR" smtClean="0"/>
              <a:t>23/10/2025</a:t>
            </a:fld>
            <a:endParaRPr lang="fr-FR"/>
          </a:p>
        </p:txBody>
      </p:sp>
      <p:sp>
        <p:nvSpPr>
          <p:cNvPr id="5" name="Espace réservé du pied de page 4">
            <a:extLst>
              <a:ext uri="{FF2B5EF4-FFF2-40B4-BE49-F238E27FC236}">
                <a16:creationId xmlns:a16="http://schemas.microsoft.com/office/drawing/2014/main" id="{D61DFBEB-9C7C-4DC4-A852-BEFA071EFA1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C731143-BD84-4EE0-884D-C4D10E62D001}"/>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1071063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FDE5EDF-919A-4820-8171-9CA85FDFBD3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16059B6-5C32-4506-9317-825B7DBCB7A2}"/>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221C8E1-4BAA-463A-B7A1-AE411CE5AC49}"/>
              </a:ext>
            </a:extLst>
          </p:cNvPr>
          <p:cNvSpPr>
            <a:spLocks noGrp="1"/>
          </p:cNvSpPr>
          <p:nvPr>
            <p:ph type="dt" sz="half" idx="10"/>
          </p:nvPr>
        </p:nvSpPr>
        <p:spPr/>
        <p:txBody>
          <a:bodyPr/>
          <a:lstStyle/>
          <a:p>
            <a:fld id="{8DC9BE6E-6EAE-4604-A834-D90E8BF1F052}" type="datetime1">
              <a:rPr lang="fr-FR" smtClean="0"/>
              <a:t>23/10/2025</a:t>
            </a:fld>
            <a:endParaRPr lang="fr-FR"/>
          </a:p>
        </p:txBody>
      </p:sp>
      <p:sp>
        <p:nvSpPr>
          <p:cNvPr id="5" name="Espace réservé du pied de page 4">
            <a:extLst>
              <a:ext uri="{FF2B5EF4-FFF2-40B4-BE49-F238E27FC236}">
                <a16:creationId xmlns:a16="http://schemas.microsoft.com/office/drawing/2014/main" id="{0A21A2E4-7E5F-43B2-8BDD-3CB4D88A871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469C25F-E51E-41A1-A2BD-E8C891FDD8A0}"/>
              </a:ext>
            </a:extLst>
          </p:cNvPr>
          <p:cNvSpPr>
            <a:spLocks noGrp="1"/>
          </p:cNvSpPr>
          <p:nvPr>
            <p:ph type="sldNum" sz="quarter" idx="12"/>
          </p:nvPr>
        </p:nvSpPr>
        <p:spPr/>
        <p:txBody>
          <a:bodyPr/>
          <a:lstStyle/>
          <a:p>
            <a:fld id="{B0A97156-5F93-4BBA-9951-1DA54BBBDFB6}" type="slidenum">
              <a:rPr lang="fr-FR" smtClean="0"/>
              <a:t>‹N°›</a:t>
            </a:fld>
            <a:endParaRPr lang="fr-FR"/>
          </a:p>
        </p:txBody>
      </p:sp>
    </p:spTree>
    <p:extLst>
      <p:ext uri="{BB962C8B-B14F-4D97-AF65-F5344CB8AC3E}">
        <p14:creationId xmlns:p14="http://schemas.microsoft.com/office/powerpoint/2010/main" val="3363713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805AF8A-AC58-4A8D-9DFD-59EAABCCB2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4C2685C-F4CC-4297-ACED-D0445DBAF6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2230EC4-BE47-4995-BAA2-31C1B6806C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032462-3AE4-41D4-A03F-624EBCE1E1EC}" type="datetime1">
              <a:rPr lang="fr-FR" smtClean="0"/>
              <a:t>23/10/2025</a:t>
            </a:fld>
            <a:endParaRPr lang="fr-FR"/>
          </a:p>
        </p:txBody>
      </p:sp>
      <p:sp>
        <p:nvSpPr>
          <p:cNvPr id="5" name="Espace réservé du pied de page 4">
            <a:extLst>
              <a:ext uri="{FF2B5EF4-FFF2-40B4-BE49-F238E27FC236}">
                <a16:creationId xmlns:a16="http://schemas.microsoft.com/office/drawing/2014/main" id="{7D77EF35-8536-4968-B69E-77D1FB6FC5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591D390-38E1-4EEE-98EF-D5B89270AB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A97156-5F93-4BBA-9951-1DA54BBBDFB6}" type="slidenum">
              <a:rPr lang="fr-FR" smtClean="0"/>
              <a:t>‹N°›</a:t>
            </a:fld>
            <a:endParaRPr lang="fr-FR"/>
          </a:p>
        </p:txBody>
      </p:sp>
    </p:spTree>
    <p:extLst>
      <p:ext uri="{BB962C8B-B14F-4D97-AF65-F5344CB8AC3E}">
        <p14:creationId xmlns:p14="http://schemas.microsoft.com/office/powerpoint/2010/main" val="126660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pixabay.com/f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EF8AC6-B621-4ECB-BF1D-2D5DE92C4F47}"/>
              </a:ext>
            </a:extLst>
          </p:cNvPr>
          <p:cNvSpPr>
            <a:spLocks noGrp="1"/>
          </p:cNvSpPr>
          <p:nvPr>
            <p:ph type="ctrTitle"/>
          </p:nvPr>
        </p:nvSpPr>
        <p:spPr>
          <a:xfrm>
            <a:off x="1501264" y="1391190"/>
            <a:ext cx="9144000" cy="2055843"/>
          </a:xfrm>
        </p:spPr>
        <p:txBody>
          <a:bodyPr/>
          <a:lstStyle/>
          <a:p>
            <a:r>
              <a:rPr lang="fr-FR" b="1" dirty="0">
                <a:solidFill>
                  <a:srgbClr val="0070C0"/>
                </a:solidFill>
              </a:rPr>
              <a:t>SAE1.04 : Se présenter sur internet</a:t>
            </a:r>
          </a:p>
        </p:txBody>
      </p:sp>
      <p:sp>
        <p:nvSpPr>
          <p:cNvPr id="3" name="Sous-titre 2">
            <a:extLst>
              <a:ext uri="{FF2B5EF4-FFF2-40B4-BE49-F238E27FC236}">
                <a16:creationId xmlns:a16="http://schemas.microsoft.com/office/drawing/2014/main" id="{EA70B901-633B-4644-9498-AA5333EDF6E6}"/>
              </a:ext>
            </a:extLst>
          </p:cNvPr>
          <p:cNvSpPr>
            <a:spLocks noGrp="1"/>
          </p:cNvSpPr>
          <p:nvPr>
            <p:ph type="subTitle" idx="1"/>
          </p:nvPr>
        </p:nvSpPr>
        <p:spPr>
          <a:xfrm>
            <a:off x="-197065" y="5466810"/>
            <a:ext cx="3119021" cy="1655762"/>
          </a:xfrm>
        </p:spPr>
        <p:txBody>
          <a:bodyPr/>
          <a:lstStyle/>
          <a:p>
            <a:r>
              <a:rPr lang="fr-FR" b="1" dirty="0">
                <a:solidFill>
                  <a:srgbClr val="002060"/>
                </a:solidFill>
              </a:rPr>
              <a:t>BUT1 RT </a:t>
            </a:r>
          </a:p>
          <a:p>
            <a:r>
              <a:rPr lang="fr-FR" b="1" dirty="0">
                <a:solidFill>
                  <a:srgbClr val="002060"/>
                </a:solidFill>
              </a:rPr>
              <a:t>2025/2026</a:t>
            </a:r>
          </a:p>
        </p:txBody>
      </p:sp>
      <p:pic>
        <p:nvPicPr>
          <p:cNvPr id="4" name="Image 3">
            <a:extLst>
              <a:ext uri="{FF2B5EF4-FFF2-40B4-BE49-F238E27FC236}">
                <a16:creationId xmlns:a16="http://schemas.microsoft.com/office/drawing/2014/main" id="{095137DC-75B2-4C63-942F-0D48A6E6C96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603885" y="492539"/>
            <a:ext cx="1794758" cy="806173"/>
          </a:xfrm>
          <a:prstGeom prst="rect">
            <a:avLst/>
          </a:prstGeom>
        </p:spPr>
      </p:pic>
      <p:sp>
        <p:nvSpPr>
          <p:cNvPr id="6" name="Espace réservé du numéro de diapositive 5">
            <a:extLst>
              <a:ext uri="{FF2B5EF4-FFF2-40B4-BE49-F238E27FC236}">
                <a16:creationId xmlns:a16="http://schemas.microsoft.com/office/drawing/2014/main" id="{389E410E-8F3E-4041-8F40-0AE74E3F64E1}"/>
              </a:ext>
            </a:extLst>
          </p:cNvPr>
          <p:cNvSpPr>
            <a:spLocks noGrp="1"/>
          </p:cNvSpPr>
          <p:nvPr>
            <p:ph type="sldNum" sz="quarter" idx="12"/>
          </p:nvPr>
        </p:nvSpPr>
        <p:spPr/>
        <p:txBody>
          <a:bodyPr/>
          <a:lstStyle/>
          <a:p>
            <a:fld id="{B0A97156-5F93-4BBA-9951-1DA54BBBDFB6}" type="slidenum">
              <a:rPr lang="fr-FR" smtClean="0"/>
              <a:t>1</a:t>
            </a:fld>
            <a:endParaRPr lang="fr-FR"/>
          </a:p>
        </p:txBody>
      </p:sp>
      <p:pic>
        <p:nvPicPr>
          <p:cNvPr id="8" name="Image 7">
            <a:extLst>
              <a:ext uri="{FF2B5EF4-FFF2-40B4-BE49-F238E27FC236}">
                <a16:creationId xmlns:a16="http://schemas.microsoft.com/office/drawing/2014/main" id="{F38832CD-535C-4858-8654-42B697118D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9702" y="157863"/>
            <a:ext cx="3609512" cy="1289870"/>
          </a:xfrm>
          <a:prstGeom prst="rect">
            <a:avLst/>
          </a:prstGeom>
        </p:spPr>
      </p:pic>
      <p:pic>
        <p:nvPicPr>
          <p:cNvPr id="10" name="Image 9">
            <a:extLst>
              <a:ext uri="{FF2B5EF4-FFF2-40B4-BE49-F238E27FC236}">
                <a16:creationId xmlns:a16="http://schemas.microsoft.com/office/drawing/2014/main" id="{E544C63F-ADDE-482D-AD47-B09A90FCA3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0696" y="3545204"/>
            <a:ext cx="5019904" cy="2811146"/>
          </a:xfrm>
          <a:prstGeom prst="rect">
            <a:avLst/>
          </a:prstGeom>
        </p:spPr>
      </p:pic>
    </p:spTree>
    <p:extLst>
      <p:ext uri="{BB962C8B-B14F-4D97-AF65-F5344CB8AC3E}">
        <p14:creationId xmlns:p14="http://schemas.microsoft.com/office/powerpoint/2010/main" val="458145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7C200D-3DD9-4F36-9DA0-938A08959533}"/>
              </a:ext>
            </a:extLst>
          </p:cNvPr>
          <p:cNvSpPr>
            <a:spLocks noGrp="1"/>
          </p:cNvSpPr>
          <p:nvPr>
            <p:ph type="title"/>
          </p:nvPr>
        </p:nvSpPr>
        <p:spPr>
          <a:xfrm>
            <a:off x="838200" y="365125"/>
            <a:ext cx="10515600" cy="815605"/>
          </a:xfrm>
        </p:spPr>
        <p:txBody>
          <a:bodyPr/>
          <a:lstStyle/>
          <a:p>
            <a:r>
              <a:rPr lang="fr-FR" b="1" dirty="0">
                <a:solidFill>
                  <a:srgbClr val="0070C0"/>
                </a:solidFill>
              </a:rPr>
              <a:t>Durée par groupe TP</a:t>
            </a:r>
          </a:p>
        </p:txBody>
      </p:sp>
      <p:sp>
        <p:nvSpPr>
          <p:cNvPr id="3" name="Espace réservé du contenu 2">
            <a:extLst>
              <a:ext uri="{FF2B5EF4-FFF2-40B4-BE49-F238E27FC236}">
                <a16:creationId xmlns:a16="http://schemas.microsoft.com/office/drawing/2014/main" id="{318BDC36-86C5-4FA9-AA0D-A827A7C8B5C1}"/>
              </a:ext>
            </a:extLst>
          </p:cNvPr>
          <p:cNvSpPr>
            <a:spLocks noGrp="1"/>
          </p:cNvSpPr>
          <p:nvPr>
            <p:ph idx="1"/>
          </p:nvPr>
        </p:nvSpPr>
        <p:spPr>
          <a:xfrm>
            <a:off x="2045563" y="1180730"/>
            <a:ext cx="7936637" cy="5102765"/>
          </a:xfrm>
        </p:spPr>
        <p:txBody>
          <a:bodyPr>
            <a:normAutofit/>
          </a:bodyPr>
          <a:lstStyle/>
          <a:p>
            <a:pPr marL="0" indent="0">
              <a:buNone/>
            </a:pPr>
            <a:endParaRPr lang="fr-FR" b="1" dirty="0"/>
          </a:p>
          <a:p>
            <a:pPr marL="0" indent="0">
              <a:buNone/>
            </a:pPr>
            <a:endParaRPr lang="fr-FR" b="1" dirty="0"/>
          </a:p>
          <a:p>
            <a:pPr marL="0" indent="0">
              <a:buNone/>
            </a:pPr>
            <a:r>
              <a:rPr lang="fr-FR" b="1" dirty="0"/>
              <a:t>1h de CM</a:t>
            </a:r>
          </a:p>
          <a:p>
            <a:pPr marL="0" indent="0">
              <a:buNone/>
            </a:pPr>
            <a:r>
              <a:rPr lang="fr-FR" b="1" dirty="0"/>
              <a:t>3h de TD</a:t>
            </a:r>
          </a:p>
          <a:p>
            <a:pPr marL="0" indent="0">
              <a:buNone/>
            </a:pPr>
            <a:r>
              <a:rPr lang="fr-FR" b="1" dirty="0"/>
              <a:t>5h TP dont 4h pour les soutenances</a:t>
            </a:r>
          </a:p>
          <a:p>
            <a:pPr marL="0" indent="0">
              <a:buNone/>
            </a:pPr>
            <a:r>
              <a:rPr lang="fr-FR" b="1" dirty="0"/>
              <a:t>12h </a:t>
            </a:r>
            <a:r>
              <a:rPr lang="fr-FR" b="1"/>
              <a:t>de projet</a:t>
            </a:r>
            <a:endParaRPr lang="fr-FR" b="1" dirty="0"/>
          </a:p>
        </p:txBody>
      </p:sp>
      <p:sp>
        <p:nvSpPr>
          <p:cNvPr id="4" name="Espace réservé du numéro de diapositive 3">
            <a:extLst>
              <a:ext uri="{FF2B5EF4-FFF2-40B4-BE49-F238E27FC236}">
                <a16:creationId xmlns:a16="http://schemas.microsoft.com/office/drawing/2014/main" id="{2140EF98-A328-4AB8-BF37-A4FEADAA0866}"/>
              </a:ext>
            </a:extLst>
          </p:cNvPr>
          <p:cNvSpPr>
            <a:spLocks noGrp="1"/>
          </p:cNvSpPr>
          <p:nvPr>
            <p:ph type="sldNum" sz="quarter" idx="12"/>
          </p:nvPr>
        </p:nvSpPr>
        <p:spPr/>
        <p:txBody>
          <a:bodyPr/>
          <a:lstStyle/>
          <a:p>
            <a:fld id="{B0A97156-5F93-4BBA-9951-1DA54BBBDFB6}" type="slidenum">
              <a:rPr lang="fr-FR" smtClean="0"/>
              <a:t>2</a:t>
            </a:fld>
            <a:endParaRPr lang="fr-FR"/>
          </a:p>
        </p:txBody>
      </p:sp>
    </p:spTree>
    <p:extLst>
      <p:ext uri="{BB962C8B-B14F-4D97-AF65-F5344CB8AC3E}">
        <p14:creationId xmlns:p14="http://schemas.microsoft.com/office/powerpoint/2010/main" val="407006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7C200D-3DD9-4F36-9DA0-938A08959533}"/>
              </a:ext>
            </a:extLst>
          </p:cNvPr>
          <p:cNvSpPr>
            <a:spLocks noGrp="1"/>
          </p:cNvSpPr>
          <p:nvPr>
            <p:ph type="title"/>
          </p:nvPr>
        </p:nvSpPr>
        <p:spPr>
          <a:xfrm>
            <a:off x="838200" y="365125"/>
            <a:ext cx="10515600" cy="815605"/>
          </a:xfrm>
        </p:spPr>
        <p:txBody>
          <a:bodyPr/>
          <a:lstStyle/>
          <a:p>
            <a:r>
              <a:rPr lang="fr-FR" b="1" dirty="0">
                <a:solidFill>
                  <a:srgbClr val="0070C0"/>
                </a:solidFill>
              </a:rPr>
              <a:t>Problématique</a:t>
            </a:r>
          </a:p>
        </p:txBody>
      </p:sp>
      <p:sp>
        <p:nvSpPr>
          <p:cNvPr id="3" name="Espace réservé du contenu 2">
            <a:extLst>
              <a:ext uri="{FF2B5EF4-FFF2-40B4-BE49-F238E27FC236}">
                <a16:creationId xmlns:a16="http://schemas.microsoft.com/office/drawing/2014/main" id="{318BDC36-86C5-4FA9-AA0D-A827A7C8B5C1}"/>
              </a:ext>
            </a:extLst>
          </p:cNvPr>
          <p:cNvSpPr>
            <a:spLocks noGrp="1"/>
          </p:cNvSpPr>
          <p:nvPr>
            <p:ph idx="1"/>
          </p:nvPr>
        </p:nvSpPr>
        <p:spPr>
          <a:xfrm>
            <a:off x="355107" y="1074198"/>
            <a:ext cx="7936637" cy="5102765"/>
          </a:xfrm>
        </p:spPr>
        <p:txBody>
          <a:bodyPr>
            <a:normAutofit/>
          </a:bodyPr>
          <a:lstStyle/>
          <a:p>
            <a:pPr marL="0" indent="0">
              <a:buNone/>
            </a:pPr>
            <a:endParaRPr lang="fr-FR" b="1" dirty="0"/>
          </a:p>
          <a:p>
            <a:pPr marL="0" indent="0">
              <a:buNone/>
            </a:pPr>
            <a:endParaRPr lang="fr-FR" b="1" dirty="0"/>
          </a:p>
          <a:p>
            <a:pPr marL="0" indent="0">
              <a:buNone/>
            </a:pPr>
            <a:r>
              <a:rPr lang="fr-FR" b="1" dirty="0"/>
              <a:t>Pour mettre toutes les chances de votre coté lors de vos futurs entretiens d’embauche, vous allez créer votre site Web. </a:t>
            </a:r>
          </a:p>
          <a:p>
            <a:pPr marL="0" indent="0">
              <a:buNone/>
            </a:pPr>
            <a:r>
              <a:rPr lang="fr-FR" sz="3000" b="1" dirty="0">
                <a:solidFill>
                  <a:srgbClr val="FF0000"/>
                </a:solidFill>
              </a:rPr>
              <a:t>Mais comment allez-vous vous mettre en valeur ?</a:t>
            </a:r>
          </a:p>
          <a:p>
            <a:endParaRPr lang="fr-FR" b="1" dirty="0"/>
          </a:p>
          <a:p>
            <a:pPr marL="0" indent="0">
              <a:buNone/>
            </a:pPr>
            <a:r>
              <a:rPr lang="fr-FR" b="1" dirty="0"/>
              <a:t>Activité pratique : </a:t>
            </a:r>
            <a:r>
              <a:rPr lang="fr-FR" dirty="0"/>
              <a:t>Créer un site Web pour se présenter.</a:t>
            </a:r>
            <a:endParaRPr lang="fr-FR" b="1" dirty="0"/>
          </a:p>
          <a:p>
            <a:endParaRPr lang="fr-FR" b="1" dirty="0"/>
          </a:p>
        </p:txBody>
      </p:sp>
      <p:pic>
        <p:nvPicPr>
          <p:cNvPr id="5" name="Image 4">
            <a:extLst>
              <a:ext uri="{FF2B5EF4-FFF2-40B4-BE49-F238E27FC236}">
                <a16:creationId xmlns:a16="http://schemas.microsoft.com/office/drawing/2014/main" id="{F5690A90-52DD-40B4-B6E4-4971DF252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9296" y="1180730"/>
            <a:ext cx="3233928" cy="4572000"/>
          </a:xfrm>
          <a:prstGeom prst="rect">
            <a:avLst/>
          </a:prstGeom>
        </p:spPr>
      </p:pic>
      <p:sp>
        <p:nvSpPr>
          <p:cNvPr id="4" name="Espace réservé du numéro de diapositive 3">
            <a:extLst>
              <a:ext uri="{FF2B5EF4-FFF2-40B4-BE49-F238E27FC236}">
                <a16:creationId xmlns:a16="http://schemas.microsoft.com/office/drawing/2014/main" id="{2140EF98-A328-4AB8-BF37-A4FEADAA0866}"/>
              </a:ext>
            </a:extLst>
          </p:cNvPr>
          <p:cNvSpPr>
            <a:spLocks noGrp="1"/>
          </p:cNvSpPr>
          <p:nvPr>
            <p:ph type="sldNum" sz="quarter" idx="12"/>
          </p:nvPr>
        </p:nvSpPr>
        <p:spPr/>
        <p:txBody>
          <a:bodyPr/>
          <a:lstStyle/>
          <a:p>
            <a:fld id="{B0A97156-5F93-4BBA-9951-1DA54BBBDFB6}" type="slidenum">
              <a:rPr lang="fr-FR" smtClean="0"/>
              <a:t>3</a:t>
            </a:fld>
            <a:endParaRPr lang="fr-FR"/>
          </a:p>
        </p:txBody>
      </p:sp>
    </p:spTree>
    <p:extLst>
      <p:ext uri="{BB962C8B-B14F-4D97-AF65-F5344CB8AC3E}">
        <p14:creationId xmlns:p14="http://schemas.microsoft.com/office/powerpoint/2010/main" val="33882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7C200D-3DD9-4F36-9DA0-938A08959533}"/>
              </a:ext>
            </a:extLst>
          </p:cNvPr>
          <p:cNvSpPr>
            <a:spLocks noGrp="1"/>
          </p:cNvSpPr>
          <p:nvPr>
            <p:ph type="title"/>
          </p:nvPr>
        </p:nvSpPr>
        <p:spPr>
          <a:xfrm>
            <a:off x="314418" y="273235"/>
            <a:ext cx="10515600" cy="815605"/>
          </a:xfrm>
        </p:spPr>
        <p:txBody>
          <a:bodyPr>
            <a:normAutofit/>
          </a:bodyPr>
          <a:lstStyle/>
          <a:p>
            <a:r>
              <a:rPr lang="fr-FR" b="1" dirty="0">
                <a:solidFill>
                  <a:srgbClr val="0070C0"/>
                </a:solidFill>
              </a:rPr>
              <a:t>Situation professionnelle</a:t>
            </a:r>
          </a:p>
        </p:txBody>
      </p:sp>
      <p:sp>
        <p:nvSpPr>
          <p:cNvPr id="3" name="Espace réservé du contenu 2">
            <a:extLst>
              <a:ext uri="{FF2B5EF4-FFF2-40B4-BE49-F238E27FC236}">
                <a16:creationId xmlns:a16="http://schemas.microsoft.com/office/drawing/2014/main" id="{318BDC36-86C5-4FA9-AA0D-A827A7C8B5C1}"/>
              </a:ext>
            </a:extLst>
          </p:cNvPr>
          <p:cNvSpPr>
            <a:spLocks noGrp="1"/>
          </p:cNvSpPr>
          <p:nvPr>
            <p:ph idx="1"/>
          </p:nvPr>
        </p:nvSpPr>
        <p:spPr>
          <a:xfrm>
            <a:off x="658797" y="1171854"/>
            <a:ext cx="10874406" cy="4880822"/>
          </a:xfrm>
        </p:spPr>
        <p:txBody>
          <a:bodyPr>
            <a:normAutofit/>
          </a:bodyPr>
          <a:lstStyle/>
          <a:p>
            <a:pPr marL="0" indent="0">
              <a:buNone/>
            </a:pPr>
            <a:r>
              <a:rPr lang="fr-FR" dirty="0">
                <a:solidFill>
                  <a:srgbClr val="00CC99"/>
                </a:solidFill>
              </a:rPr>
              <a:t>L’identité numérique professionnelle </a:t>
            </a:r>
            <a:r>
              <a:rPr lang="fr-FR" dirty="0"/>
              <a:t>prend une place de plus en plus importante dans la carrière d’un professionnel R&amp;T :</a:t>
            </a:r>
          </a:p>
          <a:p>
            <a:pPr marL="0" indent="0">
              <a:buNone/>
            </a:pPr>
            <a:endParaRPr lang="fr-FR" dirty="0"/>
          </a:p>
          <a:p>
            <a:pPr marL="0" indent="0">
              <a:buNone/>
            </a:pPr>
            <a:r>
              <a:rPr lang="fr-FR" dirty="0"/>
              <a:t> 		</a:t>
            </a:r>
            <a:r>
              <a:rPr lang="fr-FR" dirty="0">
                <a:solidFill>
                  <a:srgbClr val="FF0000"/>
                </a:solidFill>
              </a:rPr>
              <a:t>Elle  joue un rôle dans sa recherche d’emploi avec la valorisation de ses compétences et expériences professionnelles comme personnelles.</a:t>
            </a:r>
          </a:p>
          <a:p>
            <a:endParaRPr lang="fr-FR" b="1" dirty="0"/>
          </a:p>
        </p:txBody>
      </p:sp>
      <p:sp>
        <p:nvSpPr>
          <p:cNvPr id="4" name="Espace réservé du numéro de diapositive 3">
            <a:extLst>
              <a:ext uri="{FF2B5EF4-FFF2-40B4-BE49-F238E27FC236}">
                <a16:creationId xmlns:a16="http://schemas.microsoft.com/office/drawing/2014/main" id="{2B4A8FD8-6615-4E33-A4B0-BA82C900F28E}"/>
              </a:ext>
            </a:extLst>
          </p:cNvPr>
          <p:cNvSpPr>
            <a:spLocks noGrp="1"/>
          </p:cNvSpPr>
          <p:nvPr>
            <p:ph type="sldNum" sz="quarter" idx="12"/>
          </p:nvPr>
        </p:nvSpPr>
        <p:spPr/>
        <p:txBody>
          <a:bodyPr/>
          <a:lstStyle/>
          <a:p>
            <a:fld id="{B0A97156-5F93-4BBA-9951-1DA54BBBDFB6}" type="slidenum">
              <a:rPr lang="fr-FR" smtClean="0"/>
              <a:t>4</a:t>
            </a:fld>
            <a:endParaRPr lang="fr-FR"/>
          </a:p>
        </p:txBody>
      </p:sp>
    </p:spTree>
    <p:extLst>
      <p:ext uri="{BB962C8B-B14F-4D97-AF65-F5344CB8AC3E}">
        <p14:creationId xmlns:p14="http://schemas.microsoft.com/office/powerpoint/2010/main" val="600533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7C200D-3DD9-4F36-9DA0-938A08959533}"/>
              </a:ext>
            </a:extLst>
          </p:cNvPr>
          <p:cNvSpPr>
            <a:spLocks noGrp="1"/>
          </p:cNvSpPr>
          <p:nvPr>
            <p:ph type="title"/>
          </p:nvPr>
        </p:nvSpPr>
        <p:spPr>
          <a:xfrm>
            <a:off x="314418" y="273235"/>
            <a:ext cx="10515600" cy="815605"/>
          </a:xfrm>
        </p:spPr>
        <p:txBody>
          <a:bodyPr>
            <a:normAutofit/>
          </a:bodyPr>
          <a:lstStyle/>
          <a:p>
            <a:r>
              <a:rPr lang="fr-FR" b="1" dirty="0">
                <a:solidFill>
                  <a:srgbClr val="0070C0"/>
                </a:solidFill>
              </a:rPr>
              <a:t>Situation professionnelle</a:t>
            </a:r>
          </a:p>
        </p:txBody>
      </p:sp>
      <p:sp>
        <p:nvSpPr>
          <p:cNvPr id="3" name="Espace réservé du contenu 2">
            <a:extLst>
              <a:ext uri="{FF2B5EF4-FFF2-40B4-BE49-F238E27FC236}">
                <a16:creationId xmlns:a16="http://schemas.microsoft.com/office/drawing/2014/main" id="{318BDC36-86C5-4FA9-AA0D-A827A7C8B5C1}"/>
              </a:ext>
            </a:extLst>
          </p:cNvPr>
          <p:cNvSpPr>
            <a:spLocks noGrp="1"/>
          </p:cNvSpPr>
          <p:nvPr>
            <p:ph idx="1"/>
          </p:nvPr>
        </p:nvSpPr>
        <p:spPr>
          <a:xfrm>
            <a:off x="658797" y="1171854"/>
            <a:ext cx="10874406" cy="4880822"/>
          </a:xfrm>
        </p:spPr>
        <p:txBody>
          <a:bodyPr>
            <a:normAutofit/>
          </a:bodyPr>
          <a:lstStyle/>
          <a:p>
            <a:pPr marL="0" indent="0">
              <a:buNone/>
            </a:pPr>
            <a:r>
              <a:rPr lang="fr-FR" dirty="0"/>
              <a:t>L’identité numérique peut également intervenir en entreprise : </a:t>
            </a:r>
          </a:p>
          <a:p>
            <a:pPr marL="0" indent="0">
              <a:buNone/>
            </a:pPr>
            <a:r>
              <a:rPr lang="fr-FR" dirty="0"/>
              <a:t>Certaines prévoient, dans un annuaire sur l’intranet, des pages personnelles renseignées par les salariés pour y présenter leurs activités et dynamiser les interactions entre collaborateurs. </a:t>
            </a:r>
          </a:p>
          <a:p>
            <a:endParaRPr lang="fr-FR" dirty="0">
              <a:effectLst/>
            </a:endParaRPr>
          </a:p>
          <a:p>
            <a:pPr marL="0" indent="0">
              <a:buNone/>
            </a:pPr>
            <a:r>
              <a:rPr lang="fr-FR" dirty="0"/>
              <a:t>Le professionnel R&amp;T doit donc savoir se présenter sur Internet, tout en mesurant l’importance et la portée des contenus qu’il diffuse (e-réputation, segmentation vie privée/vie publique, …).</a:t>
            </a:r>
            <a:endParaRPr lang="fr-FR" dirty="0">
              <a:effectLst/>
            </a:endParaRPr>
          </a:p>
          <a:p>
            <a:endParaRPr lang="fr-FR" b="1" dirty="0"/>
          </a:p>
        </p:txBody>
      </p:sp>
      <p:sp>
        <p:nvSpPr>
          <p:cNvPr id="4" name="Espace réservé du numéro de diapositive 3">
            <a:extLst>
              <a:ext uri="{FF2B5EF4-FFF2-40B4-BE49-F238E27FC236}">
                <a16:creationId xmlns:a16="http://schemas.microsoft.com/office/drawing/2014/main" id="{2B4A8FD8-6615-4E33-A4B0-BA82C900F28E}"/>
              </a:ext>
            </a:extLst>
          </p:cNvPr>
          <p:cNvSpPr>
            <a:spLocks noGrp="1"/>
          </p:cNvSpPr>
          <p:nvPr>
            <p:ph type="sldNum" sz="quarter" idx="12"/>
          </p:nvPr>
        </p:nvSpPr>
        <p:spPr/>
        <p:txBody>
          <a:bodyPr/>
          <a:lstStyle/>
          <a:p>
            <a:fld id="{B0A97156-5F93-4BBA-9951-1DA54BBBDFB6}" type="slidenum">
              <a:rPr lang="fr-FR" smtClean="0"/>
              <a:t>5</a:t>
            </a:fld>
            <a:endParaRPr lang="fr-FR"/>
          </a:p>
        </p:txBody>
      </p:sp>
    </p:spTree>
    <p:extLst>
      <p:ext uri="{BB962C8B-B14F-4D97-AF65-F5344CB8AC3E}">
        <p14:creationId xmlns:p14="http://schemas.microsoft.com/office/powerpoint/2010/main" val="1459874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B96794A-C56F-4377-98E7-12A7BC6BA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6120" y="136525"/>
            <a:ext cx="3518516" cy="2199072"/>
          </a:xfrm>
          <a:prstGeom prst="rect">
            <a:avLst/>
          </a:prstGeom>
        </p:spPr>
      </p:pic>
      <p:sp>
        <p:nvSpPr>
          <p:cNvPr id="2" name="Titre 1">
            <a:extLst>
              <a:ext uri="{FF2B5EF4-FFF2-40B4-BE49-F238E27FC236}">
                <a16:creationId xmlns:a16="http://schemas.microsoft.com/office/drawing/2014/main" id="{504F063E-BD05-45A2-92F5-52652014667D}"/>
              </a:ext>
            </a:extLst>
          </p:cNvPr>
          <p:cNvSpPr>
            <a:spLocks noGrp="1"/>
          </p:cNvSpPr>
          <p:nvPr>
            <p:ph type="title"/>
          </p:nvPr>
        </p:nvSpPr>
        <p:spPr>
          <a:xfrm>
            <a:off x="838200" y="365125"/>
            <a:ext cx="10515600" cy="886625"/>
          </a:xfrm>
        </p:spPr>
        <p:txBody>
          <a:bodyPr/>
          <a:lstStyle/>
          <a:p>
            <a:r>
              <a:rPr lang="fr-FR" b="1" dirty="0">
                <a:solidFill>
                  <a:srgbClr val="0070C0"/>
                </a:solidFill>
              </a:rPr>
              <a:t>Contexte</a:t>
            </a:r>
          </a:p>
        </p:txBody>
      </p:sp>
      <p:sp>
        <p:nvSpPr>
          <p:cNvPr id="3" name="Espace réservé du contenu 2">
            <a:extLst>
              <a:ext uri="{FF2B5EF4-FFF2-40B4-BE49-F238E27FC236}">
                <a16:creationId xmlns:a16="http://schemas.microsoft.com/office/drawing/2014/main" id="{CA10A585-AB7F-41E2-8BB0-927E48B8B0D4}"/>
              </a:ext>
            </a:extLst>
          </p:cNvPr>
          <p:cNvSpPr>
            <a:spLocks noGrp="1"/>
          </p:cNvSpPr>
          <p:nvPr>
            <p:ph idx="1"/>
          </p:nvPr>
        </p:nvSpPr>
        <p:spPr>
          <a:xfrm>
            <a:off x="426128" y="2104008"/>
            <a:ext cx="11088210" cy="4072955"/>
          </a:xfrm>
        </p:spPr>
        <p:txBody>
          <a:bodyPr>
            <a:normAutofit fontScale="92500" lnSpcReduction="10000"/>
          </a:bodyPr>
          <a:lstStyle/>
          <a:p>
            <a:pPr marL="0" indent="0">
              <a:buNone/>
            </a:pPr>
            <a:r>
              <a:rPr lang="fr-FR" dirty="0"/>
              <a:t>Vous vous donnez les moyens de réussir votre BUT Réseaux et Télécommunications, vous avez décidé de créer un site web reprenant votre portfolio, votre CV et des informations personnelles.</a:t>
            </a:r>
          </a:p>
          <a:p>
            <a:endParaRPr lang="fr-FR" dirty="0"/>
          </a:p>
          <a:p>
            <a:pPr marL="0" indent="0">
              <a:buNone/>
            </a:pPr>
            <a:r>
              <a:rPr lang="fr-FR" b="1" dirty="0">
                <a:solidFill>
                  <a:srgbClr val="FF0000"/>
                </a:solidFill>
              </a:rPr>
              <a:t>Dans votre portfolio, vous avez commencé à identifier vos points forts.</a:t>
            </a:r>
          </a:p>
          <a:p>
            <a:pPr marL="0" indent="0">
              <a:buNone/>
            </a:pPr>
            <a:endParaRPr lang="fr-FR" dirty="0"/>
          </a:p>
          <a:p>
            <a:pPr marL="0" indent="0">
              <a:buNone/>
            </a:pPr>
            <a:r>
              <a:rPr lang="fr-FR" dirty="0"/>
              <a:t>Dans 1 ans, vous voulez impressionner les recruteurs pour une alternance, ou un stage. </a:t>
            </a:r>
          </a:p>
          <a:p>
            <a:endParaRPr lang="fr-FR" dirty="0"/>
          </a:p>
          <a:p>
            <a:pPr marL="0" indent="0">
              <a:buNone/>
            </a:pPr>
            <a:r>
              <a:rPr lang="fr-FR" dirty="0"/>
              <a:t>Ce site Web sera parfait pour vous présenter sur internet !!</a:t>
            </a:r>
          </a:p>
          <a:p>
            <a:endParaRPr lang="fr-FR" dirty="0"/>
          </a:p>
        </p:txBody>
      </p:sp>
      <p:sp>
        <p:nvSpPr>
          <p:cNvPr id="4" name="Espace réservé du numéro de diapositive 3">
            <a:extLst>
              <a:ext uri="{FF2B5EF4-FFF2-40B4-BE49-F238E27FC236}">
                <a16:creationId xmlns:a16="http://schemas.microsoft.com/office/drawing/2014/main" id="{45A2B25C-D285-478A-B03E-6CBE3620D453}"/>
              </a:ext>
            </a:extLst>
          </p:cNvPr>
          <p:cNvSpPr>
            <a:spLocks noGrp="1"/>
          </p:cNvSpPr>
          <p:nvPr>
            <p:ph type="sldNum" sz="quarter" idx="12"/>
          </p:nvPr>
        </p:nvSpPr>
        <p:spPr/>
        <p:txBody>
          <a:bodyPr/>
          <a:lstStyle/>
          <a:p>
            <a:fld id="{B0A97156-5F93-4BBA-9951-1DA54BBBDFB6}" type="slidenum">
              <a:rPr lang="fr-FR" smtClean="0"/>
              <a:t>6</a:t>
            </a:fld>
            <a:endParaRPr lang="fr-FR"/>
          </a:p>
        </p:txBody>
      </p:sp>
    </p:spTree>
    <p:extLst>
      <p:ext uri="{BB962C8B-B14F-4D97-AF65-F5344CB8AC3E}">
        <p14:creationId xmlns:p14="http://schemas.microsoft.com/office/powerpoint/2010/main" val="358489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0C7C9E-6817-4CB9-BA19-926BC0098246}"/>
              </a:ext>
            </a:extLst>
          </p:cNvPr>
          <p:cNvSpPr>
            <a:spLocks noGrp="1"/>
          </p:cNvSpPr>
          <p:nvPr>
            <p:ph type="title"/>
          </p:nvPr>
        </p:nvSpPr>
        <p:spPr>
          <a:xfrm>
            <a:off x="838200" y="365126"/>
            <a:ext cx="10515600" cy="691318"/>
          </a:xfrm>
        </p:spPr>
        <p:txBody>
          <a:bodyPr>
            <a:normAutofit fontScale="90000"/>
          </a:bodyPr>
          <a:lstStyle/>
          <a:p>
            <a:r>
              <a:rPr lang="fr-FR" b="1" dirty="0">
                <a:solidFill>
                  <a:srgbClr val="0070C0"/>
                </a:solidFill>
              </a:rPr>
              <a:t>Portfolio</a:t>
            </a:r>
          </a:p>
        </p:txBody>
      </p:sp>
      <p:sp>
        <p:nvSpPr>
          <p:cNvPr id="3" name="Espace réservé du contenu 2">
            <a:extLst>
              <a:ext uri="{FF2B5EF4-FFF2-40B4-BE49-F238E27FC236}">
                <a16:creationId xmlns:a16="http://schemas.microsoft.com/office/drawing/2014/main" id="{D2342350-972E-4815-A70D-85D52A7749EF}"/>
              </a:ext>
            </a:extLst>
          </p:cNvPr>
          <p:cNvSpPr>
            <a:spLocks noGrp="1"/>
          </p:cNvSpPr>
          <p:nvPr>
            <p:ph idx="1"/>
          </p:nvPr>
        </p:nvSpPr>
        <p:spPr>
          <a:xfrm>
            <a:off x="838200" y="1464816"/>
            <a:ext cx="10515600" cy="4712147"/>
          </a:xfrm>
        </p:spPr>
        <p:txBody>
          <a:bodyPr/>
          <a:lstStyle/>
          <a:p>
            <a:pPr marL="0" indent="0">
              <a:buNone/>
            </a:pPr>
            <a:r>
              <a:rPr lang="fr-FR" dirty="0"/>
              <a:t>Votre portfolio de formation doit être à jour pour pouvoir l’utiliser entièrement dans votre E-Portfolio.</a:t>
            </a:r>
          </a:p>
        </p:txBody>
      </p:sp>
      <p:sp>
        <p:nvSpPr>
          <p:cNvPr id="4" name="Espace réservé du numéro de diapositive 3">
            <a:extLst>
              <a:ext uri="{FF2B5EF4-FFF2-40B4-BE49-F238E27FC236}">
                <a16:creationId xmlns:a16="http://schemas.microsoft.com/office/drawing/2014/main" id="{86A706B3-B31F-4A0C-942C-41FEA16D0010}"/>
              </a:ext>
            </a:extLst>
          </p:cNvPr>
          <p:cNvSpPr>
            <a:spLocks noGrp="1"/>
          </p:cNvSpPr>
          <p:nvPr>
            <p:ph type="sldNum" sz="quarter" idx="12"/>
          </p:nvPr>
        </p:nvSpPr>
        <p:spPr/>
        <p:txBody>
          <a:bodyPr/>
          <a:lstStyle/>
          <a:p>
            <a:fld id="{B0A97156-5F93-4BBA-9951-1DA54BBBDFB6}" type="slidenum">
              <a:rPr lang="fr-FR" smtClean="0"/>
              <a:t>7</a:t>
            </a:fld>
            <a:endParaRPr lang="fr-FR"/>
          </a:p>
        </p:txBody>
      </p:sp>
      <p:pic>
        <p:nvPicPr>
          <p:cNvPr id="7" name="Image 6">
            <a:extLst>
              <a:ext uri="{FF2B5EF4-FFF2-40B4-BE49-F238E27FC236}">
                <a16:creationId xmlns:a16="http://schemas.microsoft.com/office/drawing/2014/main" id="{B4517630-8C74-415A-AC0C-7DF3B3F1F2E2}"/>
              </a:ext>
            </a:extLst>
          </p:cNvPr>
          <p:cNvPicPr>
            <a:picLocks noChangeAspect="1"/>
          </p:cNvPicPr>
          <p:nvPr/>
        </p:nvPicPr>
        <p:blipFill>
          <a:blip r:embed="rId2"/>
          <a:stretch>
            <a:fillRect/>
          </a:stretch>
        </p:blipFill>
        <p:spPr>
          <a:xfrm>
            <a:off x="2112886" y="2535144"/>
            <a:ext cx="7652551" cy="3957730"/>
          </a:xfrm>
          <a:prstGeom prst="rect">
            <a:avLst/>
          </a:prstGeom>
        </p:spPr>
      </p:pic>
    </p:spTree>
    <p:extLst>
      <p:ext uri="{BB962C8B-B14F-4D97-AF65-F5344CB8AC3E}">
        <p14:creationId xmlns:p14="http://schemas.microsoft.com/office/powerpoint/2010/main" val="309083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EA3E36-EE53-4516-8137-C6A6215169BA}"/>
              </a:ext>
            </a:extLst>
          </p:cNvPr>
          <p:cNvSpPr>
            <a:spLocks noGrp="1"/>
          </p:cNvSpPr>
          <p:nvPr>
            <p:ph type="title"/>
          </p:nvPr>
        </p:nvSpPr>
        <p:spPr>
          <a:xfrm>
            <a:off x="838200" y="365126"/>
            <a:ext cx="10515600" cy="780094"/>
          </a:xfrm>
        </p:spPr>
        <p:txBody>
          <a:bodyPr/>
          <a:lstStyle/>
          <a:p>
            <a:r>
              <a:rPr lang="fr-FR" b="1" dirty="0">
                <a:solidFill>
                  <a:srgbClr val="0070C0"/>
                </a:solidFill>
              </a:rPr>
              <a:t>Cahier des charges</a:t>
            </a:r>
          </a:p>
        </p:txBody>
      </p:sp>
      <p:sp>
        <p:nvSpPr>
          <p:cNvPr id="3" name="Espace réservé du contenu 2">
            <a:extLst>
              <a:ext uri="{FF2B5EF4-FFF2-40B4-BE49-F238E27FC236}">
                <a16:creationId xmlns:a16="http://schemas.microsoft.com/office/drawing/2014/main" id="{D853328A-820D-4947-9997-D3A867D22740}"/>
              </a:ext>
            </a:extLst>
          </p:cNvPr>
          <p:cNvSpPr>
            <a:spLocks noGrp="1"/>
          </p:cNvSpPr>
          <p:nvPr>
            <p:ph idx="1"/>
          </p:nvPr>
        </p:nvSpPr>
        <p:spPr>
          <a:xfrm>
            <a:off x="838199" y="1216241"/>
            <a:ext cx="10853691" cy="4960722"/>
          </a:xfrm>
        </p:spPr>
        <p:txBody>
          <a:bodyPr>
            <a:normAutofit/>
          </a:bodyPr>
          <a:lstStyle/>
          <a:p>
            <a:pPr marL="0" indent="0">
              <a:buNone/>
            </a:pPr>
            <a:r>
              <a:rPr lang="fr-FR" dirty="0"/>
              <a:t>Vous devez :</a:t>
            </a:r>
          </a:p>
          <a:p>
            <a:pPr marL="0" indent="0">
              <a:buNone/>
            </a:pPr>
            <a:endParaRPr lang="fr-FR" sz="2400" dirty="0"/>
          </a:p>
          <a:p>
            <a:pPr lvl="0"/>
            <a:r>
              <a:rPr lang="fr-FR" dirty="0"/>
              <a:t>Définir une architecture de votre site (draw.io, PowerPoint, Visio, ….)</a:t>
            </a:r>
          </a:p>
          <a:p>
            <a:r>
              <a:rPr lang="fr-FR" dirty="0"/>
              <a:t>Structurer chacune des pages en respectant l’architecture définie</a:t>
            </a:r>
          </a:p>
          <a:p>
            <a:pPr lvl="0"/>
            <a:r>
              <a:rPr lang="fr-FR" dirty="0"/>
              <a:t>Créer un projet Symfony</a:t>
            </a:r>
            <a:endParaRPr lang="fr-FR" sz="2400" dirty="0"/>
          </a:p>
          <a:p>
            <a:pPr lvl="0"/>
            <a:r>
              <a:rPr lang="fr-FR" dirty="0"/>
              <a:t>Utiliser les outils Bootstrap gratuits (Boots Watch, KNACSS, …)</a:t>
            </a:r>
            <a:endParaRPr lang="fr-FR" sz="2400" dirty="0"/>
          </a:p>
          <a:p>
            <a:pPr lvl="0"/>
            <a:r>
              <a:rPr lang="fr-FR" dirty="0"/>
              <a:t>Utiliser vos connaissances acquises en R1.09</a:t>
            </a:r>
            <a:endParaRPr lang="fr-FR" sz="2400" dirty="0"/>
          </a:p>
          <a:p>
            <a:pPr lvl="0"/>
            <a:r>
              <a:rPr lang="fr-FR" dirty="0"/>
              <a:t>Choisissez vos styles, le rendu visuel a toujours de l’importance lors d’un entretien, d’une présentation orale, ou sur internet.</a:t>
            </a:r>
            <a:endParaRPr lang="fr-FR" sz="2400" dirty="0"/>
          </a:p>
        </p:txBody>
      </p:sp>
      <p:pic>
        <p:nvPicPr>
          <p:cNvPr id="3074" name="Picture 2" descr="Symfony, High Performance PHP Framework for Web Development">
            <a:extLst>
              <a:ext uri="{FF2B5EF4-FFF2-40B4-BE49-F238E27FC236}">
                <a16:creationId xmlns:a16="http://schemas.microsoft.com/office/drawing/2014/main" id="{B0F204A6-C0F7-4E8B-AC92-A41611BB27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2498" y="202092"/>
            <a:ext cx="3451302" cy="1848912"/>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79205B74-BD18-4334-9EFC-18970CC78AE8}"/>
              </a:ext>
            </a:extLst>
          </p:cNvPr>
          <p:cNvSpPr>
            <a:spLocks noGrp="1"/>
          </p:cNvSpPr>
          <p:nvPr>
            <p:ph type="sldNum" sz="quarter" idx="12"/>
          </p:nvPr>
        </p:nvSpPr>
        <p:spPr/>
        <p:txBody>
          <a:bodyPr/>
          <a:lstStyle/>
          <a:p>
            <a:fld id="{B0A97156-5F93-4BBA-9951-1DA54BBBDFB6}" type="slidenum">
              <a:rPr lang="fr-FR" smtClean="0"/>
              <a:t>8</a:t>
            </a:fld>
            <a:endParaRPr lang="fr-FR"/>
          </a:p>
        </p:txBody>
      </p:sp>
    </p:spTree>
    <p:extLst>
      <p:ext uri="{BB962C8B-B14F-4D97-AF65-F5344CB8AC3E}">
        <p14:creationId xmlns:p14="http://schemas.microsoft.com/office/powerpoint/2010/main" val="54943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6C72E2-26A1-4D82-BC8B-96E46D3E97B1}"/>
              </a:ext>
            </a:extLst>
          </p:cNvPr>
          <p:cNvSpPr>
            <a:spLocks noGrp="1"/>
          </p:cNvSpPr>
          <p:nvPr>
            <p:ph type="title"/>
          </p:nvPr>
        </p:nvSpPr>
        <p:spPr>
          <a:xfrm>
            <a:off x="838200" y="365125"/>
            <a:ext cx="10515600" cy="771217"/>
          </a:xfrm>
        </p:spPr>
        <p:txBody>
          <a:bodyPr/>
          <a:lstStyle/>
          <a:p>
            <a:r>
              <a:rPr lang="fr-FR" b="1" dirty="0">
                <a:solidFill>
                  <a:srgbClr val="0070C0"/>
                </a:solidFill>
              </a:rPr>
              <a:t>Cahier des charges</a:t>
            </a:r>
          </a:p>
        </p:txBody>
      </p:sp>
      <p:sp>
        <p:nvSpPr>
          <p:cNvPr id="3" name="Espace réservé du contenu 2">
            <a:extLst>
              <a:ext uri="{FF2B5EF4-FFF2-40B4-BE49-F238E27FC236}">
                <a16:creationId xmlns:a16="http://schemas.microsoft.com/office/drawing/2014/main" id="{B5E8E773-1DFD-401F-AFC0-6C479ED077BC}"/>
              </a:ext>
            </a:extLst>
          </p:cNvPr>
          <p:cNvSpPr>
            <a:spLocks noGrp="1"/>
          </p:cNvSpPr>
          <p:nvPr>
            <p:ph idx="1"/>
          </p:nvPr>
        </p:nvSpPr>
        <p:spPr>
          <a:xfrm>
            <a:off x="838200" y="2318952"/>
            <a:ext cx="10515600" cy="3858011"/>
          </a:xfrm>
        </p:spPr>
        <p:txBody>
          <a:bodyPr>
            <a:normAutofit lnSpcReduction="10000"/>
          </a:bodyPr>
          <a:lstStyle/>
          <a:p>
            <a:pPr marL="0" lvl="0" indent="0">
              <a:buNone/>
            </a:pPr>
            <a:r>
              <a:rPr lang="fr-FR" dirty="0"/>
              <a:t>Suite, vous devez :</a:t>
            </a:r>
          </a:p>
          <a:p>
            <a:pPr marL="0" lvl="0" indent="0">
              <a:buNone/>
            </a:pPr>
            <a:endParaRPr lang="fr-FR" dirty="0"/>
          </a:p>
          <a:p>
            <a:pPr lvl="0"/>
            <a:r>
              <a:rPr lang="fr-FR" dirty="0"/>
              <a:t>Avoir une page d’accueil avec vos informations personnelles (NOM Prénom, groupe TP, le reste peut être fictif) et une phrase de présentation</a:t>
            </a:r>
            <a:endParaRPr lang="fr-FR" sz="2400" dirty="0"/>
          </a:p>
          <a:p>
            <a:pPr lvl="0"/>
            <a:r>
              <a:rPr lang="fr-FR" dirty="0"/>
              <a:t>Avoir une section avec un « Container » </a:t>
            </a:r>
            <a:r>
              <a:rPr lang="fr-FR" dirty="0" err="1"/>
              <a:t>Bootswatch</a:t>
            </a:r>
            <a:r>
              <a:rPr lang="fr-FR" dirty="0"/>
              <a:t> sur la page d’accueil. Ce container, nommé « Pour en savoir plus », permettra à l’utilisateur d’accéder à une autre page, contenant des photos, en lien avec vos loisirs, vos passions, vos envies, vos projets, …</a:t>
            </a:r>
            <a:endParaRPr lang="fr-FR" sz="2400" dirty="0"/>
          </a:p>
          <a:p>
            <a:endParaRPr lang="fr-FR" dirty="0"/>
          </a:p>
        </p:txBody>
      </p:sp>
      <p:pic>
        <p:nvPicPr>
          <p:cNvPr id="5" name="Image 4">
            <a:extLst>
              <a:ext uri="{FF2B5EF4-FFF2-40B4-BE49-F238E27FC236}">
                <a16:creationId xmlns:a16="http://schemas.microsoft.com/office/drawing/2014/main" id="{7C96C558-A111-4FAC-B491-3E709BE6E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2527" y="212323"/>
            <a:ext cx="3342073" cy="1953827"/>
          </a:xfrm>
          <a:prstGeom prst="rect">
            <a:avLst/>
          </a:prstGeom>
        </p:spPr>
      </p:pic>
      <p:sp>
        <p:nvSpPr>
          <p:cNvPr id="4" name="Espace réservé du numéro de diapositive 3">
            <a:extLst>
              <a:ext uri="{FF2B5EF4-FFF2-40B4-BE49-F238E27FC236}">
                <a16:creationId xmlns:a16="http://schemas.microsoft.com/office/drawing/2014/main" id="{F0B6152B-379F-4452-A86C-1E41629CB383}"/>
              </a:ext>
            </a:extLst>
          </p:cNvPr>
          <p:cNvSpPr>
            <a:spLocks noGrp="1"/>
          </p:cNvSpPr>
          <p:nvPr>
            <p:ph type="sldNum" sz="quarter" idx="12"/>
          </p:nvPr>
        </p:nvSpPr>
        <p:spPr/>
        <p:txBody>
          <a:bodyPr/>
          <a:lstStyle/>
          <a:p>
            <a:fld id="{B0A97156-5F93-4BBA-9951-1DA54BBBDFB6}" type="slidenum">
              <a:rPr lang="fr-FR" smtClean="0"/>
              <a:t>9</a:t>
            </a:fld>
            <a:endParaRPr lang="fr-FR"/>
          </a:p>
        </p:txBody>
      </p:sp>
    </p:spTree>
    <p:extLst>
      <p:ext uri="{BB962C8B-B14F-4D97-AF65-F5344CB8AC3E}">
        <p14:creationId xmlns:p14="http://schemas.microsoft.com/office/powerpoint/2010/main" val="250097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96FBDB-870B-4049-BAA8-DDA6FCD127C1}"/>
              </a:ext>
            </a:extLst>
          </p:cNvPr>
          <p:cNvSpPr>
            <a:spLocks noGrp="1"/>
          </p:cNvSpPr>
          <p:nvPr>
            <p:ph type="title"/>
          </p:nvPr>
        </p:nvSpPr>
        <p:spPr>
          <a:xfrm>
            <a:off x="838200" y="365125"/>
            <a:ext cx="10515600" cy="806727"/>
          </a:xfrm>
        </p:spPr>
        <p:txBody>
          <a:bodyPr/>
          <a:lstStyle/>
          <a:p>
            <a:r>
              <a:rPr lang="fr-FR" b="1" dirty="0">
                <a:solidFill>
                  <a:srgbClr val="0070C0"/>
                </a:solidFill>
              </a:rPr>
              <a:t>Cahier des charges</a:t>
            </a:r>
          </a:p>
        </p:txBody>
      </p:sp>
      <p:sp>
        <p:nvSpPr>
          <p:cNvPr id="3" name="Espace réservé du contenu 2">
            <a:extLst>
              <a:ext uri="{FF2B5EF4-FFF2-40B4-BE49-F238E27FC236}">
                <a16:creationId xmlns:a16="http://schemas.microsoft.com/office/drawing/2014/main" id="{1D575229-DCCE-41F7-99A8-560B09B52781}"/>
              </a:ext>
            </a:extLst>
          </p:cNvPr>
          <p:cNvSpPr>
            <a:spLocks noGrp="1"/>
          </p:cNvSpPr>
          <p:nvPr>
            <p:ph idx="1"/>
          </p:nvPr>
        </p:nvSpPr>
        <p:spPr>
          <a:xfrm>
            <a:off x="240994" y="1464816"/>
            <a:ext cx="9648730" cy="4712147"/>
          </a:xfrm>
        </p:spPr>
        <p:txBody>
          <a:bodyPr>
            <a:normAutofit lnSpcReduction="10000"/>
          </a:bodyPr>
          <a:lstStyle/>
          <a:p>
            <a:pPr marL="0" lvl="0" indent="0">
              <a:buNone/>
            </a:pPr>
            <a:r>
              <a:rPr lang="fr-FR" dirty="0"/>
              <a:t>Suite, vous devez :</a:t>
            </a:r>
          </a:p>
          <a:p>
            <a:pPr lvl="0"/>
            <a:r>
              <a:rPr lang="fr-FR" dirty="0"/>
              <a:t>Avoir une autre page qui contiendra votre CV, avec :</a:t>
            </a:r>
            <a:endParaRPr lang="fr-FR" sz="2400" dirty="0"/>
          </a:p>
          <a:p>
            <a:pPr lvl="1"/>
            <a:r>
              <a:rPr lang="fr-FR" dirty="0"/>
              <a:t>Un en-tête, qui contiendra : « l’intitulé du poste réseaux et télécommunications (ou autre) de vos rêves ».</a:t>
            </a:r>
          </a:p>
          <a:p>
            <a:pPr lvl="1"/>
            <a:r>
              <a:rPr lang="fr-FR" dirty="0"/>
              <a:t>Des sections et divisions avec les TITRES et contenus suivants « Formations », « Expériences Professionnelles » et « Compétences »</a:t>
            </a:r>
          </a:p>
          <a:p>
            <a:pPr lvl="1"/>
            <a:endParaRPr lang="fr-FR" dirty="0"/>
          </a:p>
          <a:p>
            <a:r>
              <a:rPr lang="fr-FR" dirty="0"/>
              <a:t>Avoir une autre ou plusieurs autres pages avec votre E-portfolio de compétences. A vous de choisir comment il se présentera et comment il vous mettra en valeur. Vous devez vous appuyer sur le Portfolio de formation (tableau dans votre drive et surtout les preuves et analyses réflexives). </a:t>
            </a:r>
          </a:p>
          <a:p>
            <a:pPr lvl="0"/>
            <a:endParaRPr lang="fr-FR" sz="2400" dirty="0"/>
          </a:p>
          <a:p>
            <a:endParaRPr lang="fr-FR" dirty="0"/>
          </a:p>
        </p:txBody>
      </p:sp>
      <p:pic>
        <p:nvPicPr>
          <p:cNvPr id="6146" name="Picture 2" descr="8 exemples de modèles de CV à utiliser">
            <a:extLst>
              <a:ext uri="{FF2B5EF4-FFF2-40B4-BE49-F238E27FC236}">
                <a16:creationId xmlns:a16="http://schemas.microsoft.com/office/drawing/2014/main" id="{773C5906-2E57-4888-8A9F-C0FF3996D2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3996" y="240837"/>
            <a:ext cx="3427010" cy="2289298"/>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1C0B4039-30A4-4898-B373-550B6FE80854}"/>
              </a:ext>
            </a:extLst>
          </p:cNvPr>
          <p:cNvSpPr>
            <a:spLocks noGrp="1"/>
          </p:cNvSpPr>
          <p:nvPr>
            <p:ph type="sldNum" sz="quarter" idx="12"/>
          </p:nvPr>
        </p:nvSpPr>
        <p:spPr/>
        <p:txBody>
          <a:bodyPr/>
          <a:lstStyle/>
          <a:p>
            <a:fld id="{B0A97156-5F93-4BBA-9951-1DA54BBBDFB6}" type="slidenum">
              <a:rPr lang="fr-FR" smtClean="0"/>
              <a:t>10</a:t>
            </a:fld>
            <a:endParaRPr lang="fr-FR"/>
          </a:p>
        </p:txBody>
      </p:sp>
    </p:spTree>
    <p:extLst>
      <p:ext uri="{BB962C8B-B14F-4D97-AF65-F5344CB8AC3E}">
        <p14:creationId xmlns:p14="http://schemas.microsoft.com/office/powerpoint/2010/main" val="73441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452BA9-324B-4BDB-BA22-25558AF2CA16}"/>
              </a:ext>
            </a:extLst>
          </p:cNvPr>
          <p:cNvSpPr>
            <a:spLocks noGrp="1"/>
          </p:cNvSpPr>
          <p:nvPr>
            <p:ph type="title"/>
          </p:nvPr>
        </p:nvSpPr>
        <p:spPr>
          <a:xfrm>
            <a:off x="838200" y="365125"/>
            <a:ext cx="10515600" cy="709073"/>
          </a:xfrm>
        </p:spPr>
        <p:txBody>
          <a:bodyPr/>
          <a:lstStyle/>
          <a:p>
            <a:r>
              <a:rPr lang="fr-FR" b="1" dirty="0">
                <a:solidFill>
                  <a:srgbClr val="0070C0"/>
                </a:solidFill>
              </a:rPr>
              <a:t>Cahier des charges</a:t>
            </a:r>
          </a:p>
        </p:txBody>
      </p:sp>
      <p:sp>
        <p:nvSpPr>
          <p:cNvPr id="3" name="Espace réservé du contenu 2">
            <a:extLst>
              <a:ext uri="{FF2B5EF4-FFF2-40B4-BE49-F238E27FC236}">
                <a16:creationId xmlns:a16="http://schemas.microsoft.com/office/drawing/2014/main" id="{C7653DA5-78BF-47BA-959F-6F167EA36597}"/>
              </a:ext>
            </a:extLst>
          </p:cNvPr>
          <p:cNvSpPr>
            <a:spLocks noGrp="1"/>
          </p:cNvSpPr>
          <p:nvPr>
            <p:ph idx="1"/>
          </p:nvPr>
        </p:nvSpPr>
        <p:spPr>
          <a:xfrm>
            <a:off x="713913" y="1999309"/>
            <a:ext cx="10515600" cy="4357041"/>
          </a:xfrm>
        </p:spPr>
        <p:txBody>
          <a:bodyPr>
            <a:normAutofit/>
          </a:bodyPr>
          <a:lstStyle/>
          <a:p>
            <a:pPr marL="0" indent="0">
              <a:buNone/>
            </a:pPr>
            <a:r>
              <a:rPr lang="fr-FR" dirty="0"/>
              <a:t>Vous devez :</a:t>
            </a:r>
          </a:p>
          <a:p>
            <a:r>
              <a:rPr lang="fr-FR" dirty="0"/>
              <a:t>Créer un pied de page sur toutes vos pages, avec les informations essentielles « protégeant » votre site des éventuelles copies.</a:t>
            </a:r>
          </a:p>
          <a:p>
            <a:endParaRPr lang="fr-FR" dirty="0"/>
          </a:p>
          <a:p>
            <a:r>
              <a:rPr lang="fr-FR" b="1" dirty="0"/>
              <a:t>Remarques : </a:t>
            </a:r>
            <a:r>
              <a:rPr lang="fr-FR" dirty="0"/>
              <a:t>vous voulez vous protéger des copies alors ne copier pas des contenus ayant des droits d’auteur pour les mettre sur votre site. Il existe, par exemple des images libres de droits (</a:t>
            </a:r>
            <a:r>
              <a:rPr lang="fr-FR" u="sng" dirty="0">
                <a:hlinkClick r:id="rId2"/>
              </a:rPr>
              <a:t>https://pixabay.com/fr/</a:t>
            </a:r>
            <a:r>
              <a:rPr lang="fr-FR" dirty="0"/>
              <a:t>)</a:t>
            </a:r>
            <a:endParaRPr lang="fr-FR" sz="2400" dirty="0"/>
          </a:p>
          <a:p>
            <a:endParaRPr lang="fr-FR" dirty="0"/>
          </a:p>
        </p:txBody>
      </p:sp>
      <p:pic>
        <p:nvPicPr>
          <p:cNvPr id="4098" name="Picture 2" descr="Fichier:CreativeCommons logo trademark.svg — Wikinews">
            <a:extLst>
              <a:ext uri="{FF2B5EF4-FFF2-40B4-BE49-F238E27FC236}">
                <a16:creationId xmlns:a16="http://schemas.microsoft.com/office/drawing/2014/main" id="{EF572689-F24C-4A60-8BFD-EB4818D93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844" y="734072"/>
            <a:ext cx="4219575" cy="1085850"/>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FE6E8998-F8BA-43F7-AFD6-9F9200E28305}"/>
              </a:ext>
            </a:extLst>
          </p:cNvPr>
          <p:cNvSpPr>
            <a:spLocks noGrp="1"/>
          </p:cNvSpPr>
          <p:nvPr>
            <p:ph type="sldNum" sz="quarter" idx="12"/>
          </p:nvPr>
        </p:nvSpPr>
        <p:spPr/>
        <p:txBody>
          <a:bodyPr/>
          <a:lstStyle/>
          <a:p>
            <a:fld id="{B0A97156-5F93-4BBA-9951-1DA54BBBDFB6}" type="slidenum">
              <a:rPr lang="fr-FR" smtClean="0"/>
              <a:t>11</a:t>
            </a:fld>
            <a:endParaRPr lang="fr-FR"/>
          </a:p>
        </p:txBody>
      </p:sp>
    </p:spTree>
    <p:extLst>
      <p:ext uri="{BB962C8B-B14F-4D97-AF65-F5344CB8AC3E}">
        <p14:creationId xmlns:p14="http://schemas.microsoft.com/office/powerpoint/2010/main" val="300708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16762D-46E1-4EF9-A41F-C60DFF002B53}"/>
              </a:ext>
            </a:extLst>
          </p:cNvPr>
          <p:cNvSpPr>
            <a:spLocks noGrp="1"/>
          </p:cNvSpPr>
          <p:nvPr>
            <p:ph type="title"/>
          </p:nvPr>
        </p:nvSpPr>
        <p:spPr>
          <a:xfrm>
            <a:off x="838200" y="365125"/>
            <a:ext cx="10515600" cy="700195"/>
          </a:xfrm>
        </p:spPr>
        <p:txBody>
          <a:bodyPr/>
          <a:lstStyle/>
          <a:p>
            <a:r>
              <a:rPr lang="fr-FR" b="1" dirty="0">
                <a:solidFill>
                  <a:srgbClr val="0070C0"/>
                </a:solidFill>
              </a:rPr>
              <a:t>Cahier des charges</a:t>
            </a:r>
          </a:p>
        </p:txBody>
      </p:sp>
      <p:sp>
        <p:nvSpPr>
          <p:cNvPr id="3" name="Espace réservé du contenu 2">
            <a:extLst>
              <a:ext uri="{FF2B5EF4-FFF2-40B4-BE49-F238E27FC236}">
                <a16:creationId xmlns:a16="http://schemas.microsoft.com/office/drawing/2014/main" id="{D356FE51-C7A1-49C3-9131-0A8D3D5D1B66}"/>
              </a:ext>
            </a:extLst>
          </p:cNvPr>
          <p:cNvSpPr>
            <a:spLocks noGrp="1"/>
          </p:cNvSpPr>
          <p:nvPr>
            <p:ph idx="1"/>
          </p:nvPr>
        </p:nvSpPr>
        <p:spPr>
          <a:xfrm>
            <a:off x="310718" y="1269507"/>
            <a:ext cx="11043082" cy="5095782"/>
          </a:xfrm>
        </p:spPr>
        <p:txBody>
          <a:bodyPr>
            <a:normAutofit lnSpcReduction="10000"/>
          </a:bodyPr>
          <a:lstStyle/>
          <a:p>
            <a:pPr marL="0" indent="0">
              <a:buNone/>
            </a:pPr>
            <a:r>
              <a:rPr lang="fr-FR" dirty="0"/>
              <a:t>Vous devez :</a:t>
            </a:r>
          </a:p>
          <a:p>
            <a:r>
              <a:rPr lang="fr-FR" dirty="0"/>
              <a:t>Mettre en place un repository GITHUB de votre projet Symfony. L’objectif est de pouvoir ouvrir et travailler sur votre projet partout, dans n’importe quelle salle.</a:t>
            </a:r>
          </a:p>
          <a:p>
            <a:endParaRPr lang="fr-FR" sz="2400" dirty="0"/>
          </a:p>
          <a:p>
            <a:r>
              <a:rPr lang="fr-FR" dirty="0"/>
              <a:t>Créer un formulaire d’inscription, sans base de données, afin que les personnes ayant complété les champs puissent imprimer votre CV dans un format PDF et/ou docx</a:t>
            </a:r>
          </a:p>
          <a:p>
            <a:pPr marL="0" indent="0">
              <a:buNone/>
            </a:pPr>
            <a:endParaRPr lang="fr-FR" dirty="0"/>
          </a:p>
          <a:p>
            <a:r>
              <a:rPr lang="fr-FR" dirty="0"/>
              <a:t>Prendre des initiatives, innover, vous démarquer, car les « meilleurs » job sont sélectifs !</a:t>
            </a:r>
          </a:p>
          <a:p>
            <a:pPr marL="0" indent="0">
              <a:buNone/>
            </a:pPr>
            <a:r>
              <a:rPr lang="fr-FR" dirty="0"/>
              <a:t> Pour cela, il faudra faire des recherches …</a:t>
            </a:r>
          </a:p>
        </p:txBody>
      </p:sp>
      <p:sp>
        <p:nvSpPr>
          <p:cNvPr id="4" name="Espace réservé du numéro de diapositive 3">
            <a:extLst>
              <a:ext uri="{FF2B5EF4-FFF2-40B4-BE49-F238E27FC236}">
                <a16:creationId xmlns:a16="http://schemas.microsoft.com/office/drawing/2014/main" id="{C79BB4CC-A671-429F-86C9-27E0E3526C26}"/>
              </a:ext>
            </a:extLst>
          </p:cNvPr>
          <p:cNvSpPr>
            <a:spLocks noGrp="1"/>
          </p:cNvSpPr>
          <p:nvPr>
            <p:ph type="sldNum" sz="quarter" idx="12"/>
          </p:nvPr>
        </p:nvSpPr>
        <p:spPr/>
        <p:txBody>
          <a:bodyPr/>
          <a:lstStyle/>
          <a:p>
            <a:fld id="{B0A97156-5F93-4BBA-9951-1DA54BBBDFB6}" type="slidenum">
              <a:rPr lang="fr-FR" smtClean="0"/>
              <a:t>12</a:t>
            </a:fld>
            <a:endParaRPr lang="fr-FR"/>
          </a:p>
        </p:txBody>
      </p:sp>
    </p:spTree>
    <p:extLst>
      <p:ext uri="{BB962C8B-B14F-4D97-AF65-F5344CB8AC3E}">
        <p14:creationId xmlns:p14="http://schemas.microsoft.com/office/powerpoint/2010/main" val="165964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A14F03-CD99-4052-A4AC-03564CCE6CA2}"/>
              </a:ext>
            </a:extLst>
          </p:cNvPr>
          <p:cNvSpPr>
            <a:spLocks noGrp="1"/>
          </p:cNvSpPr>
          <p:nvPr>
            <p:ph type="title"/>
          </p:nvPr>
        </p:nvSpPr>
        <p:spPr>
          <a:xfrm>
            <a:off x="838200" y="365125"/>
            <a:ext cx="10515600" cy="806727"/>
          </a:xfrm>
        </p:spPr>
        <p:txBody>
          <a:bodyPr/>
          <a:lstStyle/>
          <a:p>
            <a:r>
              <a:rPr lang="fr-FR" b="1" dirty="0">
                <a:solidFill>
                  <a:srgbClr val="0070C0"/>
                </a:solidFill>
              </a:rPr>
              <a:t>Evaluation orale</a:t>
            </a:r>
          </a:p>
        </p:txBody>
      </p:sp>
      <p:sp>
        <p:nvSpPr>
          <p:cNvPr id="3" name="Espace réservé du contenu 2">
            <a:extLst>
              <a:ext uri="{FF2B5EF4-FFF2-40B4-BE49-F238E27FC236}">
                <a16:creationId xmlns:a16="http://schemas.microsoft.com/office/drawing/2014/main" id="{7A44A4C8-E3BC-4528-AC9D-19264507FA6B}"/>
              </a:ext>
            </a:extLst>
          </p:cNvPr>
          <p:cNvSpPr>
            <a:spLocks noGrp="1"/>
          </p:cNvSpPr>
          <p:nvPr>
            <p:ph idx="1"/>
          </p:nvPr>
        </p:nvSpPr>
        <p:spPr>
          <a:xfrm>
            <a:off x="838199" y="1358283"/>
            <a:ext cx="8341311" cy="4918230"/>
          </a:xfrm>
        </p:spPr>
        <p:txBody>
          <a:bodyPr>
            <a:normAutofit fontScale="92500" lnSpcReduction="20000"/>
          </a:bodyPr>
          <a:lstStyle/>
          <a:p>
            <a:pPr lvl="0"/>
            <a:r>
              <a:rPr lang="fr-FR" dirty="0"/>
              <a:t>Présentation orale de 10 min, avec : </a:t>
            </a:r>
          </a:p>
          <a:p>
            <a:pPr lvl="0"/>
            <a:endParaRPr lang="fr-FR" dirty="0"/>
          </a:p>
          <a:p>
            <a:pPr lvl="1">
              <a:buFont typeface="Wingdings" panose="05000000000000000000" pitchFamily="2" charset="2"/>
              <a:buChar char="Ø"/>
            </a:pPr>
            <a:r>
              <a:rPr lang="fr-FR" dirty="0"/>
              <a:t>Ouvrir votre projet depuis votre </a:t>
            </a:r>
            <a:r>
              <a:rPr lang="fr-FR" dirty="0" err="1"/>
              <a:t>github</a:t>
            </a:r>
            <a:r>
              <a:rPr lang="fr-FR" dirty="0"/>
              <a:t> sur </a:t>
            </a:r>
            <a:r>
              <a:rPr lang="fr-FR" b="1" dirty="0"/>
              <a:t>PC Fixe IUT</a:t>
            </a:r>
          </a:p>
          <a:p>
            <a:pPr lvl="1">
              <a:buFont typeface="Wingdings" panose="05000000000000000000" pitchFamily="2" charset="2"/>
              <a:buChar char="Ø"/>
            </a:pPr>
            <a:r>
              <a:rPr lang="fr-FR" dirty="0"/>
              <a:t>Vous présenter sur internet, </a:t>
            </a:r>
          </a:p>
          <a:p>
            <a:pPr lvl="2">
              <a:buFont typeface="Wingdings" panose="05000000000000000000" pitchFamily="2" charset="2"/>
              <a:buChar char="§"/>
            </a:pPr>
            <a:r>
              <a:rPr lang="fr-FR" dirty="0"/>
              <a:t>la page d’accueil et du container en anglais </a:t>
            </a:r>
          </a:p>
          <a:p>
            <a:pPr lvl="2">
              <a:buFont typeface="Wingdings" panose="05000000000000000000" pitchFamily="2" charset="2"/>
              <a:buChar char="§"/>
            </a:pPr>
            <a:r>
              <a:rPr lang="fr-FR" dirty="0"/>
              <a:t>les autres pages en français</a:t>
            </a:r>
          </a:p>
          <a:p>
            <a:pPr lvl="1">
              <a:buFont typeface="Wingdings" panose="05000000000000000000" pitchFamily="2" charset="2"/>
              <a:buChar char="Ø"/>
            </a:pPr>
            <a:r>
              <a:rPr lang="fr-FR" dirty="0">
                <a:solidFill>
                  <a:srgbClr val="21154A"/>
                </a:solidFill>
                <a:latin typeface="Barlow" panose="00000500000000000000" pitchFamily="2" charset="0"/>
                <a:cs typeface="Sora" pitchFamily="2" charset="0"/>
              </a:rPr>
              <a:t>Sur la ou les pages Portfolio, justifier vos compétences, auto-évaluations grâce à vos documents de preuves et analyses réflexives</a:t>
            </a:r>
          </a:p>
          <a:p>
            <a:pPr lvl="1">
              <a:buFont typeface="Wingdings" panose="05000000000000000000" pitchFamily="2" charset="2"/>
              <a:buChar char="Ø"/>
            </a:pPr>
            <a:r>
              <a:rPr lang="fr-FR" dirty="0"/>
              <a:t>Démonstration commentée du projet </a:t>
            </a:r>
            <a:r>
              <a:rPr lang="fr-FR" dirty="0" err="1"/>
              <a:t>symfony</a:t>
            </a:r>
            <a:r>
              <a:rPr lang="fr-FR" dirty="0"/>
              <a:t> (src, </a:t>
            </a:r>
            <a:r>
              <a:rPr lang="fr-FR" dirty="0" err="1"/>
              <a:t>templates</a:t>
            </a:r>
            <a:r>
              <a:rPr lang="fr-FR" dirty="0"/>
              <a:t>, …)</a:t>
            </a:r>
          </a:p>
          <a:p>
            <a:pPr lvl="1">
              <a:buFont typeface="Wingdings" panose="05000000000000000000" pitchFamily="2" charset="2"/>
              <a:buChar char="Ø"/>
            </a:pPr>
            <a:r>
              <a:rPr lang="fr-FR" dirty="0"/>
              <a:t>Démonstration de votre aptitude à modifier votre site</a:t>
            </a:r>
          </a:p>
          <a:p>
            <a:pPr lvl="1">
              <a:buFont typeface="Wingdings" panose="05000000000000000000" pitchFamily="2" charset="2"/>
              <a:buChar char="Ø"/>
            </a:pPr>
            <a:endParaRPr lang="fr-FR" dirty="0"/>
          </a:p>
          <a:p>
            <a:pPr marL="0" indent="0">
              <a:buNone/>
            </a:pPr>
            <a:r>
              <a:rPr lang="fr-FR" b="1" dirty="0"/>
              <a:t>Remarque :</a:t>
            </a:r>
            <a:r>
              <a:rPr lang="fr-FR" dirty="0"/>
              <a:t> à vous de gérer votre temps de présentation. vous devez nous convaincre de vous embaucher </a:t>
            </a:r>
            <a:r>
              <a:rPr lang="fr-FR" b="1" dirty="0"/>
              <a:t>ET</a:t>
            </a:r>
            <a:r>
              <a:rPr lang="fr-FR" dirty="0"/>
              <a:t> que vous avez de fortes compétences.</a:t>
            </a:r>
          </a:p>
          <a:p>
            <a:pPr marL="0" indent="0">
              <a:buNone/>
            </a:pPr>
            <a:endParaRPr lang="fr-FR" dirty="0"/>
          </a:p>
          <a:p>
            <a:endParaRPr lang="fr-FR" dirty="0"/>
          </a:p>
        </p:txBody>
      </p:sp>
      <p:pic>
        <p:nvPicPr>
          <p:cNvPr id="4" name="Image 3">
            <a:extLst>
              <a:ext uri="{FF2B5EF4-FFF2-40B4-BE49-F238E27FC236}">
                <a16:creationId xmlns:a16="http://schemas.microsoft.com/office/drawing/2014/main" id="{01C2B9CC-9B00-43F9-8F46-6B9042A86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3755" y="365125"/>
            <a:ext cx="3025718" cy="2706549"/>
          </a:xfrm>
          <a:prstGeom prst="rect">
            <a:avLst/>
          </a:prstGeom>
        </p:spPr>
      </p:pic>
      <p:sp>
        <p:nvSpPr>
          <p:cNvPr id="5" name="Espace réservé du numéro de diapositive 4">
            <a:extLst>
              <a:ext uri="{FF2B5EF4-FFF2-40B4-BE49-F238E27FC236}">
                <a16:creationId xmlns:a16="http://schemas.microsoft.com/office/drawing/2014/main" id="{3C123694-8390-447D-881D-73FC6C96A383}"/>
              </a:ext>
            </a:extLst>
          </p:cNvPr>
          <p:cNvSpPr>
            <a:spLocks noGrp="1"/>
          </p:cNvSpPr>
          <p:nvPr>
            <p:ph type="sldNum" sz="quarter" idx="12"/>
          </p:nvPr>
        </p:nvSpPr>
        <p:spPr/>
        <p:txBody>
          <a:bodyPr/>
          <a:lstStyle/>
          <a:p>
            <a:fld id="{B0A97156-5F93-4BBA-9951-1DA54BBBDFB6}" type="slidenum">
              <a:rPr lang="fr-FR" smtClean="0"/>
              <a:t>13</a:t>
            </a:fld>
            <a:endParaRPr lang="fr-FR"/>
          </a:p>
        </p:txBody>
      </p:sp>
    </p:spTree>
    <p:extLst>
      <p:ext uri="{BB962C8B-B14F-4D97-AF65-F5344CB8AC3E}">
        <p14:creationId xmlns:p14="http://schemas.microsoft.com/office/powerpoint/2010/main" val="3453423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A14F03-CD99-4052-A4AC-03564CCE6CA2}"/>
              </a:ext>
            </a:extLst>
          </p:cNvPr>
          <p:cNvSpPr>
            <a:spLocks noGrp="1"/>
          </p:cNvSpPr>
          <p:nvPr>
            <p:ph type="title"/>
          </p:nvPr>
        </p:nvSpPr>
        <p:spPr>
          <a:xfrm>
            <a:off x="838200" y="365125"/>
            <a:ext cx="10515600" cy="806727"/>
          </a:xfrm>
        </p:spPr>
        <p:txBody>
          <a:bodyPr/>
          <a:lstStyle/>
          <a:p>
            <a:r>
              <a:rPr lang="fr-FR" b="1" dirty="0">
                <a:solidFill>
                  <a:srgbClr val="0070C0"/>
                </a:solidFill>
              </a:rPr>
              <a:t>Evaluation orale</a:t>
            </a:r>
          </a:p>
        </p:txBody>
      </p:sp>
      <p:sp>
        <p:nvSpPr>
          <p:cNvPr id="3" name="Espace réservé du contenu 2">
            <a:extLst>
              <a:ext uri="{FF2B5EF4-FFF2-40B4-BE49-F238E27FC236}">
                <a16:creationId xmlns:a16="http://schemas.microsoft.com/office/drawing/2014/main" id="{7A44A4C8-E3BC-4528-AC9D-19264507FA6B}"/>
              </a:ext>
            </a:extLst>
          </p:cNvPr>
          <p:cNvSpPr>
            <a:spLocks noGrp="1"/>
          </p:cNvSpPr>
          <p:nvPr>
            <p:ph idx="1"/>
          </p:nvPr>
        </p:nvSpPr>
        <p:spPr>
          <a:xfrm>
            <a:off x="838199" y="1358283"/>
            <a:ext cx="8341311" cy="4918230"/>
          </a:xfrm>
        </p:spPr>
        <p:txBody>
          <a:bodyPr>
            <a:normAutofit/>
          </a:bodyPr>
          <a:lstStyle/>
          <a:p>
            <a:pPr marL="0" indent="0">
              <a:buNone/>
            </a:pPr>
            <a:r>
              <a:rPr lang="fr-FR" dirty="0"/>
              <a:t>3 notes :</a:t>
            </a:r>
          </a:p>
          <a:p>
            <a:pPr marL="0" indent="0">
              <a:buNone/>
            </a:pPr>
            <a:endParaRPr lang="fr-FR" dirty="0"/>
          </a:p>
          <a:p>
            <a:pPr marL="0" indent="0">
              <a:buNone/>
            </a:pPr>
            <a:r>
              <a:rPr lang="fr-FR" dirty="0"/>
              <a:t>1 note SAE1.04 sur 20 : compétences en développement WEB avec le Framework Symfony</a:t>
            </a:r>
          </a:p>
          <a:p>
            <a:pPr marL="0" indent="0">
              <a:buNone/>
            </a:pPr>
            <a:endParaRPr lang="fr-FR" dirty="0"/>
          </a:p>
          <a:p>
            <a:pPr marL="0" indent="0">
              <a:buNone/>
            </a:pPr>
            <a:r>
              <a:rPr lang="fr-FR" dirty="0"/>
              <a:t>1 note SAE2.Portfolio sur 20 : auto évaluation, preuve, analyse réflexive de votre acquisition de compétences et apprentissages critiques</a:t>
            </a:r>
          </a:p>
          <a:p>
            <a:pPr marL="0" indent="0">
              <a:buNone/>
            </a:pPr>
            <a:endParaRPr lang="fr-FR" dirty="0"/>
          </a:p>
          <a:p>
            <a:pPr marL="0" indent="0">
              <a:buNone/>
            </a:pPr>
            <a:r>
              <a:rPr lang="fr-FR" dirty="0"/>
              <a:t>1 note sur 5 R1.12 PPP</a:t>
            </a:r>
          </a:p>
          <a:p>
            <a:endParaRPr lang="fr-FR" dirty="0"/>
          </a:p>
        </p:txBody>
      </p:sp>
      <p:pic>
        <p:nvPicPr>
          <p:cNvPr id="4" name="Image 3">
            <a:extLst>
              <a:ext uri="{FF2B5EF4-FFF2-40B4-BE49-F238E27FC236}">
                <a16:creationId xmlns:a16="http://schemas.microsoft.com/office/drawing/2014/main" id="{01C2B9CC-9B00-43F9-8F46-6B9042A86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8701" y="365125"/>
            <a:ext cx="2360772" cy="2111745"/>
          </a:xfrm>
          <a:prstGeom prst="rect">
            <a:avLst/>
          </a:prstGeom>
        </p:spPr>
      </p:pic>
      <p:sp>
        <p:nvSpPr>
          <p:cNvPr id="5" name="Espace réservé du numéro de diapositive 4">
            <a:extLst>
              <a:ext uri="{FF2B5EF4-FFF2-40B4-BE49-F238E27FC236}">
                <a16:creationId xmlns:a16="http://schemas.microsoft.com/office/drawing/2014/main" id="{3C123694-8390-447D-881D-73FC6C96A383}"/>
              </a:ext>
            </a:extLst>
          </p:cNvPr>
          <p:cNvSpPr>
            <a:spLocks noGrp="1"/>
          </p:cNvSpPr>
          <p:nvPr>
            <p:ph type="sldNum" sz="quarter" idx="12"/>
          </p:nvPr>
        </p:nvSpPr>
        <p:spPr/>
        <p:txBody>
          <a:bodyPr/>
          <a:lstStyle/>
          <a:p>
            <a:fld id="{B0A97156-5F93-4BBA-9951-1DA54BBBDFB6}" type="slidenum">
              <a:rPr lang="fr-FR" smtClean="0"/>
              <a:t>14</a:t>
            </a:fld>
            <a:endParaRPr lang="fr-FR"/>
          </a:p>
        </p:txBody>
      </p:sp>
    </p:spTree>
    <p:extLst>
      <p:ext uri="{BB962C8B-B14F-4D97-AF65-F5344CB8AC3E}">
        <p14:creationId xmlns:p14="http://schemas.microsoft.com/office/powerpoint/2010/main" val="3463460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630B5C-23B2-411D-829D-047D14191EC8}"/>
              </a:ext>
            </a:extLst>
          </p:cNvPr>
          <p:cNvSpPr>
            <a:spLocks noGrp="1"/>
          </p:cNvSpPr>
          <p:nvPr>
            <p:ph type="title"/>
          </p:nvPr>
        </p:nvSpPr>
        <p:spPr>
          <a:xfrm>
            <a:off x="838200" y="365126"/>
            <a:ext cx="10515600" cy="744584"/>
          </a:xfrm>
        </p:spPr>
        <p:txBody>
          <a:bodyPr/>
          <a:lstStyle/>
          <a:p>
            <a:r>
              <a:rPr lang="fr-FR" b="1" dirty="0">
                <a:solidFill>
                  <a:srgbClr val="0070C0"/>
                </a:solidFill>
              </a:rPr>
              <a:t>Evaluation</a:t>
            </a:r>
          </a:p>
        </p:txBody>
      </p:sp>
      <p:sp>
        <p:nvSpPr>
          <p:cNvPr id="3" name="Espace réservé du contenu 2">
            <a:extLst>
              <a:ext uri="{FF2B5EF4-FFF2-40B4-BE49-F238E27FC236}">
                <a16:creationId xmlns:a16="http://schemas.microsoft.com/office/drawing/2014/main" id="{C702E0A0-A34C-4CDC-BA44-629A8552725A}"/>
              </a:ext>
            </a:extLst>
          </p:cNvPr>
          <p:cNvSpPr>
            <a:spLocks noGrp="1"/>
          </p:cNvSpPr>
          <p:nvPr>
            <p:ph idx="1"/>
          </p:nvPr>
        </p:nvSpPr>
        <p:spPr>
          <a:xfrm>
            <a:off x="838200" y="1935332"/>
            <a:ext cx="10515600" cy="4241631"/>
          </a:xfrm>
        </p:spPr>
        <p:txBody>
          <a:bodyPr/>
          <a:lstStyle/>
          <a:p>
            <a:pPr marL="0" indent="0">
              <a:buNone/>
            </a:pPr>
            <a:endParaRPr lang="fr-FR" dirty="0"/>
          </a:p>
          <a:p>
            <a:pPr marL="0" indent="0">
              <a:buNone/>
            </a:pPr>
            <a:r>
              <a:rPr lang="fr-FR" dirty="0"/>
              <a:t>Dépôt de votre repository GitHub sur Moodle</a:t>
            </a:r>
          </a:p>
          <a:p>
            <a:endParaRPr lang="fr-FR" dirty="0"/>
          </a:p>
        </p:txBody>
      </p:sp>
      <p:pic>
        <p:nvPicPr>
          <p:cNvPr id="5124" name="Picture 4" descr="GitHub lance le Projet ReadME">
            <a:extLst>
              <a:ext uri="{FF2B5EF4-FFF2-40B4-BE49-F238E27FC236}">
                <a16:creationId xmlns:a16="http://schemas.microsoft.com/office/drawing/2014/main" id="{F51D3FB5-E751-4FBE-A6A2-3879A75F7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60" y="3429000"/>
            <a:ext cx="4935985" cy="2780605"/>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198CE858-DABA-41E1-8E88-C20AA1E1EB3F}"/>
              </a:ext>
            </a:extLst>
          </p:cNvPr>
          <p:cNvSpPr>
            <a:spLocks noGrp="1"/>
          </p:cNvSpPr>
          <p:nvPr>
            <p:ph type="sldNum" sz="quarter" idx="12"/>
          </p:nvPr>
        </p:nvSpPr>
        <p:spPr/>
        <p:txBody>
          <a:bodyPr/>
          <a:lstStyle/>
          <a:p>
            <a:fld id="{B0A97156-5F93-4BBA-9951-1DA54BBBDFB6}" type="slidenum">
              <a:rPr lang="fr-FR" smtClean="0"/>
              <a:t>15</a:t>
            </a:fld>
            <a:endParaRPr lang="fr-FR"/>
          </a:p>
        </p:txBody>
      </p:sp>
    </p:spTree>
    <p:extLst>
      <p:ext uri="{BB962C8B-B14F-4D97-AF65-F5344CB8AC3E}">
        <p14:creationId xmlns:p14="http://schemas.microsoft.com/office/powerpoint/2010/main" val="186805312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940</TotalTime>
  <Words>919</Words>
  <Application>Microsoft Office PowerPoint</Application>
  <PresentationFormat>Grand écran</PresentationFormat>
  <Paragraphs>108</Paragraphs>
  <Slides>15</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Barlow</vt:lpstr>
      <vt:lpstr>Calibri</vt:lpstr>
      <vt:lpstr>Calibri Light</vt:lpstr>
      <vt:lpstr>Sora</vt:lpstr>
      <vt:lpstr>Wingdings</vt:lpstr>
      <vt:lpstr>Thème Office</vt:lpstr>
      <vt:lpstr>SAE1.04 : Se présenter sur internet</vt:lpstr>
      <vt:lpstr>Durée par groupe TP</vt:lpstr>
      <vt:lpstr>Problématique</vt:lpstr>
      <vt:lpstr>Situation professionnelle</vt:lpstr>
      <vt:lpstr>Situation professionnelle</vt:lpstr>
      <vt:lpstr>Contexte</vt:lpstr>
      <vt:lpstr>Portfolio</vt:lpstr>
      <vt:lpstr>Cahier des charges</vt:lpstr>
      <vt:lpstr>Cahier des charges</vt:lpstr>
      <vt:lpstr>Cahier des charges</vt:lpstr>
      <vt:lpstr>Cahier des charges</vt:lpstr>
      <vt:lpstr>Cahier des charges</vt:lpstr>
      <vt:lpstr>Evaluation orale</vt:lpstr>
      <vt:lpstr>Evaluation orale</vt:lpstr>
      <vt:lpstr>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SAE14 : se présenter sur internet</dc:title>
  <dc:creator>admin</dc:creator>
  <cp:lastModifiedBy>Pierre-Jean Matichard</cp:lastModifiedBy>
  <cp:revision>59</cp:revision>
  <dcterms:created xsi:type="dcterms:W3CDTF">2021-11-28T16:21:04Z</dcterms:created>
  <dcterms:modified xsi:type="dcterms:W3CDTF">2025-10-23T09:47:03Z</dcterms:modified>
</cp:coreProperties>
</file>